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60" r:id="rId4"/>
  </p:sldMasterIdLst>
  <p:sldIdLst>
    <p:sldId id="258" r:id="rId5"/>
    <p:sldId id="259" r:id="rId6"/>
  </p:sldIdLst>
  <p:sldSz cx="15119350" cy="21383625"/>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4196C9"/>
    <a:srgbClr val="59C2E3"/>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3C2FFA5D-87B4-456A-9821-1D502468CF0F}" styleName="Themed Style 1 – Acc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08FB837D-C827-4EFA-A057-4D05807E0F7C}" styleName="Themed Style 1 – Accent 6">
    <a:tblBg>
      <a:fillRef idx="2">
        <a:schemeClr val="accent6"/>
      </a:fillRef>
      <a:effectRef idx="1">
        <a:schemeClr val="accent6"/>
      </a:effectRef>
    </a:tblBg>
    <a:wholeTbl>
      <a:tcTxStyle>
        <a:fontRef idx="minor">
          <a:scrgbClr r="0" g="0" b="0"/>
        </a:fontRef>
        <a:schemeClr val="dk1"/>
      </a:tcTxStyle>
      <a:tcStyle>
        <a:tcBdr>
          <a:left>
            <a:lnRef idx="1">
              <a:schemeClr val="accent6"/>
            </a:lnRef>
          </a:left>
          <a:right>
            <a:lnRef idx="1">
              <a:schemeClr val="accent6"/>
            </a:lnRef>
          </a:right>
          <a:top>
            <a:lnRef idx="1">
              <a:schemeClr val="accent6"/>
            </a:lnRef>
          </a:top>
          <a:bottom>
            <a:lnRef idx="1">
              <a:schemeClr val="accent6"/>
            </a:lnRef>
          </a:bottom>
          <a:insideH>
            <a:lnRef idx="1">
              <a:schemeClr val="accent6"/>
            </a:lnRef>
          </a:insideH>
          <a:insideV>
            <a:lnRef idx="1">
              <a:schemeClr val="accent6"/>
            </a:lnRef>
          </a:insideV>
        </a:tcBdr>
        <a:fill>
          <a:noFill/>
        </a:fill>
      </a:tcStyle>
    </a:wholeTbl>
    <a:band1H>
      <a:tcStyle>
        <a:tcBdr/>
        <a:fill>
          <a:solidFill>
            <a:schemeClr val="accent6">
              <a:alpha val="40000"/>
            </a:schemeClr>
          </a:solidFill>
        </a:fill>
      </a:tcStyle>
    </a:band1H>
    <a:band2H>
      <a:tcStyle>
        <a:tcBdr/>
      </a:tcStyle>
    </a:band2H>
    <a:band1V>
      <a:tcStyle>
        <a:tcBdr>
          <a:top>
            <a:lnRef idx="1">
              <a:schemeClr val="accent6"/>
            </a:lnRef>
          </a:top>
          <a:bottom>
            <a:lnRef idx="1">
              <a:schemeClr val="accent6"/>
            </a:lnRef>
          </a:bottom>
        </a:tcBdr>
        <a:fill>
          <a:solidFill>
            <a:schemeClr val="accent6">
              <a:alpha val="40000"/>
            </a:schemeClr>
          </a:solidFill>
        </a:fill>
      </a:tcStyle>
    </a:band1V>
    <a:band2V>
      <a:tcStyle>
        <a:tcBdr/>
      </a:tcStyle>
    </a:band2V>
    <a:lastCol>
      <a:tcTxStyle b="on"/>
      <a:tcStyle>
        <a:tcBdr>
          <a:left>
            <a:lnRef idx="2">
              <a:schemeClr val="accent6"/>
            </a:lnRef>
          </a:left>
          <a:right>
            <a:lnRef idx="1">
              <a:schemeClr val="accent6"/>
            </a:lnRef>
          </a:right>
          <a:top>
            <a:lnRef idx="1">
              <a:schemeClr val="accent6"/>
            </a:lnRef>
          </a:top>
          <a:bottom>
            <a:lnRef idx="1">
              <a:schemeClr val="accent6"/>
            </a:lnRef>
          </a:bottom>
          <a:insideH>
            <a:lnRef idx="1">
              <a:schemeClr val="accent6"/>
            </a:lnRef>
          </a:insideH>
          <a:insideV>
            <a:ln>
              <a:noFill/>
            </a:ln>
          </a:insideV>
        </a:tcBdr>
      </a:tcStyle>
    </a:lastCol>
    <a:firstCol>
      <a:tcTxStyle b="on"/>
      <a:tcStyle>
        <a:tcBdr>
          <a:left>
            <a:lnRef idx="1">
              <a:schemeClr val="accent6"/>
            </a:lnRef>
          </a:left>
          <a:right>
            <a:lnRef idx="2">
              <a:schemeClr val="accent6"/>
            </a:lnRef>
          </a:right>
          <a:top>
            <a:lnRef idx="1">
              <a:schemeClr val="accent6"/>
            </a:lnRef>
          </a:top>
          <a:bottom>
            <a:lnRef idx="1">
              <a:schemeClr val="accent6"/>
            </a:lnRef>
          </a:bottom>
          <a:insideH>
            <a:lnRef idx="1">
              <a:schemeClr val="accent6"/>
            </a:lnRef>
          </a:insideH>
          <a:insideV>
            <a:ln>
              <a:noFill/>
            </a:ln>
          </a:insideV>
        </a:tcBdr>
      </a:tcStyle>
    </a:firstCol>
    <a:lastRow>
      <a:tcTxStyle b="on"/>
      <a:tcStyle>
        <a:tcBdr>
          <a:left>
            <a:lnRef idx="1">
              <a:schemeClr val="accent6"/>
            </a:lnRef>
          </a:left>
          <a:right>
            <a:lnRef idx="1">
              <a:schemeClr val="accent6"/>
            </a:lnRef>
          </a:right>
          <a:top>
            <a:lnRef idx="2">
              <a:schemeClr val="accent6"/>
            </a:lnRef>
          </a:top>
          <a:bottom>
            <a:lnRef idx="2">
              <a:schemeClr val="accent6"/>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6"/>
            </a:lnRef>
          </a:left>
          <a:right>
            <a:lnRef idx="1">
              <a:schemeClr val="accent6"/>
            </a:lnRef>
          </a:right>
          <a:top>
            <a:lnRef idx="1">
              <a:schemeClr val="accent6"/>
            </a:lnRef>
          </a:top>
          <a:bottom>
            <a:lnRef idx="2">
              <a:schemeClr val="lt1"/>
            </a:lnRef>
          </a:bottom>
          <a:insideH>
            <a:ln>
              <a:noFill/>
            </a:ln>
          </a:insideH>
          <a:insideV>
            <a:ln>
              <a:noFill/>
            </a:ln>
          </a:insideV>
        </a:tcBdr>
        <a:fill>
          <a:solidFill>
            <a:schemeClr val="accent6"/>
          </a:solidFill>
        </a:fill>
      </a:tcStyle>
    </a:firstRow>
  </a:tblStyle>
  <a:tblStyle styleId="{69C7853C-536D-4A76-A0AE-DD22124D55A5}" styleName="Themed Style 1 – Accent 3">
    <a:tblBg>
      <a:fillRef idx="2">
        <a:schemeClr val="accent3"/>
      </a:fillRef>
      <a:effectRef idx="1">
        <a:schemeClr val="accent3"/>
      </a:effectRef>
    </a:tblBg>
    <a:wholeTbl>
      <a:tcTxStyle>
        <a:fontRef idx="minor">
          <a:scrgbClr r="0" g="0" b="0"/>
        </a:fontRef>
        <a:schemeClr val="dk1"/>
      </a:tcTxStyle>
      <a:tcStyle>
        <a:tcBdr>
          <a:left>
            <a:lnRef idx="1">
              <a:schemeClr val="accent3"/>
            </a:lnRef>
          </a:left>
          <a:right>
            <a:lnRef idx="1">
              <a:schemeClr val="accent3"/>
            </a:lnRef>
          </a:right>
          <a:top>
            <a:lnRef idx="1">
              <a:schemeClr val="accent3"/>
            </a:lnRef>
          </a:top>
          <a:bottom>
            <a:lnRef idx="1">
              <a:schemeClr val="accent3"/>
            </a:lnRef>
          </a:bottom>
          <a:insideH>
            <a:lnRef idx="1">
              <a:schemeClr val="accent3"/>
            </a:lnRef>
          </a:insideH>
          <a:insideV>
            <a:lnRef idx="1">
              <a:schemeClr val="accent3"/>
            </a:lnRef>
          </a:insideV>
        </a:tcBdr>
        <a:fill>
          <a:noFill/>
        </a:fill>
      </a:tcStyle>
    </a:wholeTbl>
    <a:band1H>
      <a:tcStyle>
        <a:tcBdr/>
        <a:fill>
          <a:solidFill>
            <a:schemeClr val="accent3">
              <a:alpha val="40000"/>
            </a:schemeClr>
          </a:solidFill>
        </a:fill>
      </a:tcStyle>
    </a:band1H>
    <a:band2H>
      <a:tcStyle>
        <a:tcBdr/>
      </a:tcStyle>
    </a:band2H>
    <a:band1V>
      <a:tcStyle>
        <a:tcBdr>
          <a:top>
            <a:lnRef idx="1">
              <a:schemeClr val="accent3"/>
            </a:lnRef>
          </a:top>
          <a:bottom>
            <a:lnRef idx="1">
              <a:schemeClr val="accent3"/>
            </a:lnRef>
          </a:bottom>
        </a:tcBdr>
        <a:fill>
          <a:solidFill>
            <a:schemeClr val="accent3">
              <a:alpha val="40000"/>
            </a:schemeClr>
          </a:solidFill>
        </a:fill>
      </a:tcStyle>
    </a:band1V>
    <a:band2V>
      <a:tcStyle>
        <a:tcBdr/>
      </a:tcStyle>
    </a:band2V>
    <a:lastCol>
      <a:tcTxStyle b="on"/>
      <a:tcStyle>
        <a:tcBdr>
          <a:left>
            <a:lnRef idx="2">
              <a:schemeClr val="accent3"/>
            </a:lnRef>
          </a:left>
          <a:right>
            <a:lnRef idx="1">
              <a:schemeClr val="accent3"/>
            </a:lnRef>
          </a:right>
          <a:top>
            <a:lnRef idx="1">
              <a:schemeClr val="accent3"/>
            </a:lnRef>
          </a:top>
          <a:bottom>
            <a:lnRef idx="1">
              <a:schemeClr val="accent3"/>
            </a:lnRef>
          </a:bottom>
          <a:insideH>
            <a:lnRef idx="1">
              <a:schemeClr val="accent3"/>
            </a:lnRef>
          </a:insideH>
          <a:insideV>
            <a:ln>
              <a:noFill/>
            </a:ln>
          </a:insideV>
        </a:tcBdr>
      </a:tcStyle>
    </a:lastCol>
    <a:firstCol>
      <a:tcTxStyle b="on"/>
      <a:tcStyle>
        <a:tcBdr>
          <a:left>
            <a:lnRef idx="1">
              <a:schemeClr val="accent3"/>
            </a:lnRef>
          </a:left>
          <a:right>
            <a:lnRef idx="2">
              <a:schemeClr val="accent3"/>
            </a:lnRef>
          </a:right>
          <a:top>
            <a:lnRef idx="1">
              <a:schemeClr val="accent3"/>
            </a:lnRef>
          </a:top>
          <a:bottom>
            <a:lnRef idx="1">
              <a:schemeClr val="accent3"/>
            </a:lnRef>
          </a:bottom>
          <a:insideH>
            <a:lnRef idx="1">
              <a:schemeClr val="accent3"/>
            </a:lnRef>
          </a:insideH>
          <a:insideV>
            <a:ln>
              <a:noFill/>
            </a:ln>
          </a:insideV>
        </a:tcBdr>
      </a:tcStyle>
    </a:firstCol>
    <a:lastRow>
      <a:tcTxStyle b="on"/>
      <a:tcStyle>
        <a:tcBdr>
          <a:left>
            <a:lnRef idx="1">
              <a:schemeClr val="accent3"/>
            </a:lnRef>
          </a:left>
          <a:right>
            <a:lnRef idx="1">
              <a:schemeClr val="accent3"/>
            </a:lnRef>
          </a:right>
          <a:top>
            <a:lnRef idx="2">
              <a:schemeClr val="accent3"/>
            </a:lnRef>
          </a:top>
          <a:bottom>
            <a:lnRef idx="2">
              <a:schemeClr val="accent3"/>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3"/>
            </a:lnRef>
          </a:left>
          <a:right>
            <a:lnRef idx="1">
              <a:schemeClr val="accent3"/>
            </a:lnRef>
          </a:right>
          <a:top>
            <a:lnRef idx="1">
              <a:schemeClr val="accent3"/>
            </a:lnRef>
          </a:top>
          <a:bottom>
            <a:lnRef idx="2">
              <a:schemeClr val="lt1"/>
            </a:lnRef>
          </a:bottom>
          <a:insideH>
            <a:ln>
              <a:noFill/>
            </a:ln>
          </a:insideH>
          <a:insideV>
            <a:ln>
              <a:noFill/>
            </a:ln>
          </a:insideV>
        </a:tcBdr>
        <a:fill>
          <a:solidFill>
            <a:schemeClr val="accent3"/>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6911"/>
    <p:restoredTop sz="94703"/>
  </p:normalViewPr>
  <p:slideViewPr>
    <p:cSldViewPr snapToGrid="0">
      <p:cViewPr>
        <p:scale>
          <a:sx n="25" d="100"/>
          <a:sy n="25" d="100"/>
        </p:scale>
        <p:origin x="2324" y="-77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viewProps" Target="viewProps.xml"/><Relationship Id="rId3" Type="http://schemas.openxmlformats.org/officeDocument/2006/relationships/customXml" Target="../customXml/item3.xml"/><Relationship Id="rId7" Type="http://schemas.openxmlformats.org/officeDocument/2006/relationships/presProps" Target="presProps.xml"/><Relationship Id="rId2" Type="http://schemas.openxmlformats.org/officeDocument/2006/relationships/customXml" Target="../customXml/item2.xml"/><Relationship Id="rId1" Type="http://schemas.openxmlformats.org/officeDocument/2006/relationships/customXml" Target="../customXml/item1.xml"/><Relationship Id="rId6" Type="http://schemas.openxmlformats.org/officeDocument/2006/relationships/slide" Target="slides/slide2.xml"/><Relationship Id="rId5" Type="http://schemas.openxmlformats.org/officeDocument/2006/relationships/slide" Target="slides/slide1.xml"/><Relationship Id="rId10" Type="http://schemas.openxmlformats.org/officeDocument/2006/relationships/tableStyles" Target="tableStyles.xml"/><Relationship Id="rId4" Type="http://schemas.openxmlformats.org/officeDocument/2006/relationships/slideMaster" Target="slideMasters/slideMaster1.xml"/><Relationship Id="rId9" Type="http://schemas.openxmlformats.org/officeDocument/2006/relationships/theme" Target="theme/theme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a de título">
    <p:spTree>
      <p:nvGrpSpPr>
        <p:cNvPr id="1" name=""/>
        <p:cNvGrpSpPr/>
        <p:nvPr/>
      </p:nvGrpSpPr>
      <p:grpSpPr>
        <a:xfrm>
          <a:off x="0" y="0"/>
          <a:ext cx="0" cy="0"/>
          <a:chOff x="0" y="0"/>
          <a:chExt cx="0" cy="0"/>
        </a:xfrm>
      </p:grpSpPr>
      <p:sp>
        <p:nvSpPr>
          <p:cNvPr id="2" name="Title 1"/>
          <p:cNvSpPr>
            <a:spLocks noGrp="1"/>
          </p:cNvSpPr>
          <p:nvPr>
            <p:ph type="ctrTitle"/>
          </p:nvPr>
        </p:nvSpPr>
        <p:spPr>
          <a:xfrm>
            <a:off x="1133951" y="3499590"/>
            <a:ext cx="12851448" cy="7444669"/>
          </a:xfrm>
        </p:spPr>
        <p:txBody>
          <a:bodyPr anchor="b"/>
          <a:lstStyle>
            <a:lvl1pPr algn="ctr">
              <a:defRPr sz="9921"/>
            </a:lvl1pPr>
          </a:lstStyle>
          <a:p>
            <a:r>
              <a:rPr lang="es-ES"/>
              <a:t>Haga clic para modificar el estilo de título del patrón</a:t>
            </a:r>
            <a:endParaRPr lang="en-US" dirty="0"/>
          </a:p>
        </p:txBody>
      </p:sp>
      <p:sp>
        <p:nvSpPr>
          <p:cNvPr id="3" name="Subtitle 2"/>
          <p:cNvSpPr>
            <a:spLocks noGrp="1"/>
          </p:cNvSpPr>
          <p:nvPr>
            <p:ph type="subTitle" idx="1"/>
          </p:nvPr>
        </p:nvSpPr>
        <p:spPr>
          <a:xfrm>
            <a:off x="1889919" y="11231355"/>
            <a:ext cx="11339513" cy="5162758"/>
          </a:xfrm>
        </p:spPr>
        <p:txBody>
          <a:bodyPr/>
          <a:lstStyle>
            <a:lvl1pPr marL="0" indent="0" algn="ctr">
              <a:buNone/>
              <a:defRPr sz="3968"/>
            </a:lvl1pPr>
            <a:lvl2pPr marL="755980" indent="0" algn="ctr">
              <a:buNone/>
              <a:defRPr sz="3307"/>
            </a:lvl2pPr>
            <a:lvl3pPr marL="1511960" indent="0" algn="ctr">
              <a:buNone/>
              <a:defRPr sz="2976"/>
            </a:lvl3pPr>
            <a:lvl4pPr marL="2267941" indent="0" algn="ctr">
              <a:buNone/>
              <a:defRPr sz="2646"/>
            </a:lvl4pPr>
            <a:lvl5pPr marL="3023921" indent="0" algn="ctr">
              <a:buNone/>
              <a:defRPr sz="2646"/>
            </a:lvl5pPr>
            <a:lvl6pPr marL="3779901" indent="0" algn="ctr">
              <a:buNone/>
              <a:defRPr sz="2646"/>
            </a:lvl6pPr>
            <a:lvl7pPr marL="4535881" indent="0" algn="ctr">
              <a:buNone/>
              <a:defRPr sz="2646"/>
            </a:lvl7pPr>
            <a:lvl8pPr marL="5291861" indent="0" algn="ctr">
              <a:buNone/>
              <a:defRPr sz="2646"/>
            </a:lvl8pPr>
            <a:lvl9pPr marL="6047842" indent="0" algn="ctr">
              <a:buNone/>
              <a:defRPr sz="2646"/>
            </a:lvl9pPr>
          </a:lstStyle>
          <a:p>
            <a:r>
              <a:rPr lang="es-ES"/>
              <a:t>Haga clic para modificar el estilo de subtítulo del patrón</a:t>
            </a:r>
            <a:endParaRPr lang="en-US" dirty="0"/>
          </a:p>
        </p:txBody>
      </p:sp>
      <p:sp>
        <p:nvSpPr>
          <p:cNvPr id="4" name="Date Placeholder 3"/>
          <p:cNvSpPr>
            <a:spLocks noGrp="1"/>
          </p:cNvSpPr>
          <p:nvPr>
            <p:ph type="dt" sz="half" idx="10"/>
          </p:nvPr>
        </p:nvSpPr>
        <p:spPr/>
        <p:txBody>
          <a:bodyPr/>
          <a:lstStyle/>
          <a:p>
            <a:fld id="{A8DA1BBD-1589-104E-89D9-FD291A5EDB06}" type="datetimeFigureOut">
              <a:rPr lang="es-ES_tradnl" smtClean="0"/>
              <a:t>02/02/2026</a:t>
            </a:fld>
            <a:endParaRPr lang="es-ES_tradnl"/>
          </a:p>
        </p:txBody>
      </p:sp>
      <p:sp>
        <p:nvSpPr>
          <p:cNvPr id="5" name="Footer Placeholder 4"/>
          <p:cNvSpPr>
            <a:spLocks noGrp="1"/>
          </p:cNvSpPr>
          <p:nvPr>
            <p:ph type="ftr" sz="quarter" idx="11"/>
          </p:nvPr>
        </p:nvSpPr>
        <p:spPr/>
        <p:txBody>
          <a:bodyPr/>
          <a:lstStyle/>
          <a:p>
            <a:endParaRPr lang="es-ES_tradnl"/>
          </a:p>
        </p:txBody>
      </p:sp>
      <p:sp>
        <p:nvSpPr>
          <p:cNvPr id="6" name="Slide Number Placeholder 5"/>
          <p:cNvSpPr>
            <a:spLocks noGrp="1"/>
          </p:cNvSpPr>
          <p:nvPr>
            <p:ph type="sldNum" sz="quarter" idx="12"/>
          </p:nvPr>
        </p:nvSpPr>
        <p:spPr/>
        <p:txBody>
          <a:bodyPr/>
          <a:lstStyle/>
          <a:p>
            <a:fld id="{A52F3024-9AEF-C645-BE7A-258C41DDD14E}" type="slidenum">
              <a:rPr lang="es-ES_tradnl" smtClean="0"/>
              <a:t>‹#›</a:t>
            </a:fld>
            <a:endParaRPr lang="es-ES_tradnl"/>
          </a:p>
        </p:txBody>
      </p:sp>
    </p:spTree>
    <p:extLst>
      <p:ext uri="{BB962C8B-B14F-4D97-AF65-F5344CB8AC3E}">
        <p14:creationId xmlns:p14="http://schemas.microsoft.com/office/powerpoint/2010/main" val="149784573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y objetos">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s-ES"/>
              <a:t>Haga clic para modificar el estilo de título del patrón</a:t>
            </a:r>
            <a:endParaRPr lang="en-US" dirty="0"/>
          </a:p>
        </p:txBody>
      </p:sp>
      <p:sp>
        <p:nvSpPr>
          <p:cNvPr id="3" name="Content Placeholder 2"/>
          <p:cNvSpPr>
            <a:spLocks noGrp="1"/>
          </p:cNvSpPr>
          <p:nvPr>
            <p:ph idx="1"/>
          </p:nvPr>
        </p:nvSpPr>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4" name="Date Placeholder 3"/>
          <p:cNvSpPr>
            <a:spLocks noGrp="1"/>
          </p:cNvSpPr>
          <p:nvPr>
            <p:ph type="dt" sz="half" idx="10"/>
          </p:nvPr>
        </p:nvSpPr>
        <p:spPr/>
        <p:txBody>
          <a:bodyPr/>
          <a:lstStyle/>
          <a:p>
            <a:fld id="{A8DA1BBD-1589-104E-89D9-FD291A5EDB06}" type="datetimeFigureOut">
              <a:rPr lang="es-ES_tradnl" smtClean="0"/>
              <a:t>02/02/2026</a:t>
            </a:fld>
            <a:endParaRPr lang="es-ES_tradnl"/>
          </a:p>
        </p:txBody>
      </p:sp>
      <p:sp>
        <p:nvSpPr>
          <p:cNvPr id="5" name="Footer Placeholder 4"/>
          <p:cNvSpPr>
            <a:spLocks noGrp="1"/>
          </p:cNvSpPr>
          <p:nvPr>
            <p:ph type="ftr" sz="quarter" idx="11"/>
          </p:nvPr>
        </p:nvSpPr>
        <p:spPr/>
        <p:txBody>
          <a:bodyPr/>
          <a:lstStyle/>
          <a:p>
            <a:endParaRPr lang="es-ES_tradnl"/>
          </a:p>
        </p:txBody>
      </p:sp>
      <p:sp>
        <p:nvSpPr>
          <p:cNvPr id="6" name="Slide Number Placeholder 5"/>
          <p:cNvSpPr>
            <a:spLocks noGrp="1"/>
          </p:cNvSpPr>
          <p:nvPr>
            <p:ph type="sldNum" sz="quarter" idx="12"/>
          </p:nvPr>
        </p:nvSpPr>
        <p:spPr/>
        <p:txBody>
          <a:bodyPr/>
          <a:lstStyle/>
          <a:p>
            <a:fld id="{A52F3024-9AEF-C645-BE7A-258C41DDD14E}" type="slidenum">
              <a:rPr lang="es-ES_tradnl" smtClean="0"/>
              <a:t>‹#›</a:t>
            </a:fld>
            <a:endParaRPr lang="es-ES_tradnl"/>
          </a:p>
        </p:txBody>
      </p:sp>
    </p:spTree>
    <p:extLst>
      <p:ext uri="{BB962C8B-B14F-4D97-AF65-F5344CB8AC3E}">
        <p14:creationId xmlns:p14="http://schemas.microsoft.com/office/powerpoint/2010/main" val="289148903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Encabezado de sección">
    <p:spTree>
      <p:nvGrpSpPr>
        <p:cNvPr id="1" name=""/>
        <p:cNvGrpSpPr/>
        <p:nvPr/>
      </p:nvGrpSpPr>
      <p:grpSpPr>
        <a:xfrm>
          <a:off x="0" y="0"/>
          <a:ext cx="0" cy="0"/>
          <a:chOff x="0" y="0"/>
          <a:chExt cx="0" cy="0"/>
        </a:xfrm>
      </p:grpSpPr>
      <p:sp>
        <p:nvSpPr>
          <p:cNvPr id="2" name="Title 1"/>
          <p:cNvSpPr>
            <a:spLocks noGrp="1"/>
          </p:cNvSpPr>
          <p:nvPr>
            <p:ph type="title"/>
          </p:nvPr>
        </p:nvSpPr>
        <p:spPr>
          <a:xfrm>
            <a:off x="1031582" y="5331063"/>
            <a:ext cx="13040439" cy="8894992"/>
          </a:xfrm>
        </p:spPr>
        <p:txBody>
          <a:bodyPr anchor="b"/>
          <a:lstStyle>
            <a:lvl1pPr>
              <a:defRPr sz="9921"/>
            </a:lvl1pPr>
          </a:lstStyle>
          <a:p>
            <a:r>
              <a:rPr lang="es-ES"/>
              <a:t>Haga clic para modificar el estilo de título del patrón</a:t>
            </a:r>
            <a:endParaRPr lang="en-US" dirty="0"/>
          </a:p>
        </p:txBody>
      </p:sp>
      <p:sp>
        <p:nvSpPr>
          <p:cNvPr id="3" name="Text Placeholder 2"/>
          <p:cNvSpPr>
            <a:spLocks noGrp="1"/>
          </p:cNvSpPr>
          <p:nvPr>
            <p:ph type="body" idx="1"/>
          </p:nvPr>
        </p:nvSpPr>
        <p:spPr>
          <a:xfrm>
            <a:off x="1031582" y="14310205"/>
            <a:ext cx="13040439" cy="4677666"/>
          </a:xfrm>
        </p:spPr>
        <p:txBody>
          <a:bodyPr/>
          <a:lstStyle>
            <a:lvl1pPr marL="0" indent="0">
              <a:buNone/>
              <a:defRPr sz="3968">
                <a:solidFill>
                  <a:schemeClr val="tx1">
                    <a:tint val="82000"/>
                  </a:schemeClr>
                </a:solidFill>
              </a:defRPr>
            </a:lvl1pPr>
            <a:lvl2pPr marL="755980" indent="0">
              <a:buNone/>
              <a:defRPr sz="3307">
                <a:solidFill>
                  <a:schemeClr val="tx1">
                    <a:tint val="82000"/>
                  </a:schemeClr>
                </a:solidFill>
              </a:defRPr>
            </a:lvl2pPr>
            <a:lvl3pPr marL="1511960" indent="0">
              <a:buNone/>
              <a:defRPr sz="2976">
                <a:solidFill>
                  <a:schemeClr val="tx1">
                    <a:tint val="82000"/>
                  </a:schemeClr>
                </a:solidFill>
              </a:defRPr>
            </a:lvl3pPr>
            <a:lvl4pPr marL="2267941" indent="0">
              <a:buNone/>
              <a:defRPr sz="2646">
                <a:solidFill>
                  <a:schemeClr val="tx1">
                    <a:tint val="82000"/>
                  </a:schemeClr>
                </a:solidFill>
              </a:defRPr>
            </a:lvl4pPr>
            <a:lvl5pPr marL="3023921" indent="0">
              <a:buNone/>
              <a:defRPr sz="2646">
                <a:solidFill>
                  <a:schemeClr val="tx1">
                    <a:tint val="82000"/>
                  </a:schemeClr>
                </a:solidFill>
              </a:defRPr>
            </a:lvl5pPr>
            <a:lvl6pPr marL="3779901" indent="0">
              <a:buNone/>
              <a:defRPr sz="2646">
                <a:solidFill>
                  <a:schemeClr val="tx1">
                    <a:tint val="82000"/>
                  </a:schemeClr>
                </a:solidFill>
              </a:defRPr>
            </a:lvl6pPr>
            <a:lvl7pPr marL="4535881" indent="0">
              <a:buNone/>
              <a:defRPr sz="2646">
                <a:solidFill>
                  <a:schemeClr val="tx1">
                    <a:tint val="82000"/>
                  </a:schemeClr>
                </a:solidFill>
              </a:defRPr>
            </a:lvl7pPr>
            <a:lvl8pPr marL="5291861" indent="0">
              <a:buNone/>
              <a:defRPr sz="2646">
                <a:solidFill>
                  <a:schemeClr val="tx1">
                    <a:tint val="82000"/>
                  </a:schemeClr>
                </a:solidFill>
              </a:defRPr>
            </a:lvl8pPr>
            <a:lvl9pPr marL="6047842" indent="0">
              <a:buNone/>
              <a:defRPr sz="2646">
                <a:solidFill>
                  <a:schemeClr val="tx1">
                    <a:tint val="82000"/>
                  </a:schemeClr>
                </a:solidFill>
              </a:defRPr>
            </a:lvl9pPr>
          </a:lstStyle>
          <a:p>
            <a:pPr lvl="0"/>
            <a:r>
              <a:rPr lang="es-ES"/>
              <a:t>Haga clic para modificar los estilos de texto del patrón</a:t>
            </a:r>
          </a:p>
        </p:txBody>
      </p:sp>
      <p:sp>
        <p:nvSpPr>
          <p:cNvPr id="4" name="Date Placeholder 3"/>
          <p:cNvSpPr>
            <a:spLocks noGrp="1"/>
          </p:cNvSpPr>
          <p:nvPr>
            <p:ph type="dt" sz="half" idx="10"/>
          </p:nvPr>
        </p:nvSpPr>
        <p:spPr/>
        <p:txBody>
          <a:bodyPr/>
          <a:lstStyle/>
          <a:p>
            <a:fld id="{A8DA1BBD-1589-104E-89D9-FD291A5EDB06}" type="datetimeFigureOut">
              <a:rPr lang="es-ES_tradnl" smtClean="0"/>
              <a:t>02/02/2026</a:t>
            </a:fld>
            <a:endParaRPr lang="es-ES_tradnl"/>
          </a:p>
        </p:txBody>
      </p:sp>
      <p:sp>
        <p:nvSpPr>
          <p:cNvPr id="5" name="Footer Placeholder 4"/>
          <p:cNvSpPr>
            <a:spLocks noGrp="1"/>
          </p:cNvSpPr>
          <p:nvPr>
            <p:ph type="ftr" sz="quarter" idx="11"/>
          </p:nvPr>
        </p:nvSpPr>
        <p:spPr/>
        <p:txBody>
          <a:bodyPr/>
          <a:lstStyle/>
          <a:p>
            <a:endParaRPr lang="es-ES_tradnl"/>
          </a:p>
        </p:txBody>
      </p:sp>
      <p:sp>
        <p:nvSpPr>
          <p:cNvPr id="6" name="Slide Number Placeholder 5"/>
          <p:cNvSpPr>
            <a:spLocks noGrp="1"/>
          </p:cNvSpPr>
          <p:nvPr>
            <p:ph type="sldNum" sz="quarter" idx="12"/>
          </p:nvPr>
        </p:nvSpPr>
        <p:spPr/>
        <p:txBody>
          <a:bodyPr/>
          <a:lstStyle/>
          <a:p>
            <a:fld id="{A52F3024-9AEF-C645-BE7A-258C41DDD14E}" type="slidenum">
              <a:rPr lang="es-ES_tradnl" smtClean="0"/>
              <a:t>‹#›</a:t>
            </a:fld>
            <a:endParaRPr lang="es-ES_tradnl"/>
          </a:p>
        </p:txBody>
      </p:sp>
    </p:spTree>
    <p:extLst>
      <p:ext uri="{BB962C8B-B14F-4D97-AF65-F5344CB8AC3E}">
        <p14:creationId xmlns:p14="http://schemas.microsoft.com/office/powerpoint/2010/main" val="169885167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os objetos">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s-ES"/>
              <a:t>Haga clic para modificar el estilo de título del patrón</a:t>
            </a:r>
            <a:endParaRPr lang="en-US" dirty="0"/>
          </a:p>
        </p:txBody>
      </p:sp>
      <p:sp>
        <p:nvSpPr>
          <p:cNvPr id="3" name="Content Placeholder 2"/>
          <p:cNvSpPr>
            <a:spLocks noGrp="1"/>
          </p:cNvSpPr>
          <p:nvPr>
            <p:ph sz="half" idx="1"/>
          </p:nvPr>
        </p:nvSpPr>
        <p:spPr>
          <a:xfrm>
            <a:off x="1039455" y="5692400"/>
            <a:ext cx="6425724" cy="13567714"/>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4" name="Content Placeholder 3"/>
          <p:cNvSpPr>
            <a:spLocks noGrp="1"/>
          </p:cNvSpPr>
          <p:nvPr>
            <p:ph sz="half" idx="2"/>
          </p:nvPr>
        </p:nvSpPr>
        <p:spPr>
          <a:xfrm>
            <a:off x="7654171" y="5692400"/>
            <a:ext cx="6425724" cy="13567714"/>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5" name="Date Placeholder 4"/>
          <p:cNvSpPr>
            <a:spLocks noGrp="1"/>
          </p:cNvSpPr>
          <p:nvPr>
            <p:ph type="dt" sz="half" idx="10"/>
          </p:nvPr>
        </p:nvSpPr>
        <p:spPr/>
        <p:txBody>
          <a:bodyPr/>
          <a:lstStyle/>
          <a:p>
            <a:fld id="{A8DA1BBD-1589-104E-89D9-FD291A5EDB06}" type="datetimeFigureOut">
              <a:rPr lang="es-ES_tradnl" smtClean="0"/>
              <a:t>02/02/2026</a:t>
            </a:fld>
            <a:endParaRPr lang="es-ES_tradnl"/>
          </a:p>
        </p:txBody>
      </p:sp>
      <p:sp>
        <p:nvSpPr>
          <p:cNvPr id="6" name="Footer Placeholder 5"/>
          <p:cNvSpPr>
            <a:spLocks noGrp="1"/>
          </p:cNvSpPr>
          <p:nvPr>
            <p:ph type="ftr" sz="quarter" idx="11"/>
          </p:nvPr>
        </p:nvSpPr>
        <p:spPr/>
        <p:txBody>
          <a:bodyPr/>
          <a:lstStyle/>
          <a:p>
            <a:endParaRPr lang="es-ES_tradnl"/>
          </a:p>
        </p:txBody>
      </p:sp>
      <p:sp>
        <p:nvSpPr>
          <p:cNvPr id="7" name="Slide Number Placeholder 6"/>
          <p:cNvSpPr>
            <a:spLocks noGrp="1"/>
          </p:cNvSpPr>
          <p:nvPr>
            <p:ph type="sldNum" sz="quarter" idx="12"/>
          </p:nvPr>
        </p:nvSpPr>
        <p:spPr/>
        <p:txBody>
          <a:bodyPr/>
          <a:lstStyle/>
          <a:p>
            <a:fld id="{A52F3024-9AEF-C645-BE7A-258C41DDD14E}" type="slidenum">
              <a:rPr lang="es-ES_tradnl" smtClean="0"/>
              <a:t>‹#›</a:t>
            </a:fld>
            <a:endParaRPr lang="es-ES_tradnl"/>
          </a:p>
        </p:txBody>
      </p:sp>
    </p:spTree>
    <p:extLst>
      <p:ext uri="{BB962C8B-B14F-4D97-AF65-F5344CB8AC3E}">
        <p14:creationId xmlns:p14="http://schemas.microsoft.com/office/powerpoint/2010/main" val="92170547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ción">
    <p:spTree>
      <p:nvGrpSpPr>
        <p:cNvPr id="1" name=""/>
        <p:cNvGrpSpPr/>
        <p:nvPr/>
      </p:nvGrpSpPr>
      <p:grpSpPr>
        <a:xfrm>
          <a:off x="0" y="0"/>
          <a:ext cx="0" cy="0"/>
          <a:chOff x="0" y="0"/>
          <a:chExt cx="0" cy="0"/>
        </a:xfrm>
      </p:grpSpPr>
      <p:sp>
        <p:nvSpPr>
          <p:cNvPr id="2" name="Title 1"/>
          <p:cNvSpPr>
            <a:spLocks noGrp="1"/>
          </p:cNvSpPr>
          <p:nvPr>
            <p:ph type="title"/>
          </p:nvPr>
        </p:nvSpPr>
        <p:spPr>
          <a:xfrm>
            <a:off x="1041425" y="1138485"/>
            <a:ext cx="13040439" cy="4133179"/>
          </a:xfrm>
        </p:spPr>
        <p:txBody>
          <a:bodyPr/>
          <a:lstStyle/>
          <a:p>
            <a:r>
              <a:rPr lang="es-ES"/>
              <a:t>Haga clic para modificar el estilo de título del patrón</a:t>
            </a:r>
            <a:endParaRPr lang="en-US" dirty="0"/>
          </a:p>
        </p:txBody>
      </p:sp>
      <p:sp>
        <p:nvSpPr>
          <p:cNvPr id="3" name="Text Placeholder 2"/>
          <p:cNvSpPr>
            <a:spLocks noGrp="1"/>
          </p:cNvSpPr>
          <p:nvPr>
            <p:ph type="body" idx="1"/>
          </p:nvPr>
        </p:nvSpPr>
        <p:spPr>
          <a:xfrm>
            <a:off x="1041426" y="5241960"/>
            <a:ext cx="6396193" cy="2569003"/>
          </a:xfrm>
        </p:spPr>
        <p:txBody>
          <a:bodyPr anchor="b"/>
          <a:lstStyle>
            <a:lvl1pPr marL="0" indent="0">
              <a:buNone/>
              <a:defRPr sz="3968" b="1"/>
            </a:lvl1pPr>
            <a:lvl2pPr marL="755980" indent="0">
              <a:buNone/>
              <a:defRPr sz="3307" b="1"/>
            </a:lvl2pPr>
            <a:lvl3pPr marL="1511960" indent="0">
              <a:buNone/>
              <a:defRPr sz="2976" b="1"/>
            </a:lvl3pPr>
            <a:lvl4pPr marL="2267941" indent="0">
              <a:buNone/>
              <a:defRPr sz="2646" b="1"/>
            </a:lvl4pPr>
            <a:lvl5pPr marL="3023921" indent="0">
              <a:buNone/>
              <a:defRPr sz="2646" b="1"/>
            </a:lvl5pPr>
            <a:lvl6pPr marL="3779901" indent="0">
              <a:buNone/>
              <a:defRPr sz="2646" b="1"/>
            </a:lvl6pPr>
            <a:lvl7pPr marL="4535881" indent="0">
              <a:buNone/>
              <a:defRPr sz="2646" b="1"/>
            </a:lvl7pPr>
            <a:lvl8pPr marL="5291861" indent="0">
              <a:buNone/>
              <a:defRPr sz="2646" b="1"/>
            </a:lvl8pPr>
            <a:lvl9pPr marL="6047842" indent="0">
              <a:buNone/>
              <a:defRPr sz="2646" b="1"/>
            </a:lvl9pPr>
          </a:lstStyle>
          <a:p>
            <a:pPr lvl="0"/>
            <a:r>
              <a:rPr lang="es-ES"/>
              <a:t>Haga clic para modificar los estilos de texto del patrón</a:t>
            </a:r>
          </a:p>
        </p:txBody>
      </p:sp>
      <p:sp>
        <p:nvSpPr>
          <p:cNvPr id="4" name="Content Placeholder 3"/>
          <p:cNvSpPr>
            <a:spLocks noGrp="1"/>
          </p:cNvSpPr>
          <p:nvPr>
            <p:ph sz="half" idx="2"/>
          </p:nvPr>
        </p:nvSpPr>
        <p:spPr>
          <a:xfrm>
            <a:off x="1041426" y="7810963"/>
            <a:ext cx="6396193" cy="11488750"/>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5" name="Text Placeholder 4"/>
          <p:cNvSpPr>
            <a:spLocks noGrp="1"/>
          </p:cNvSpPr>
          <p:nvPr>
            <p:ph type="body" sz="quarter" idx="3"/>
          </p:nvPr>
        </p:nvSpPr>
        <p:spPr>
          <a:xfrm>
            <a:off x="7654172" y="5241960"/>
            <a:ext cx="6427693" cy="2569003"/>
          </a:xfrm>
        </p:spPr>
        <p:txBody>
          <a:bodyPr anchor="b"/>
          <a:lstStyle>
            <a:lvl1pPr marL="0" indent="0">
              <a:buNone/>
              <a:defRPr sz="3968" b="1"/>
            </a:lvl1pPr>
            <a:lvl2pPr marL="755980" indent="0">
              <a:buNone/>
              <a:defRPr sz="3307" b="1"/>
            </a:lvl2pPr>
            <a:lvl3pPr marL="1511960" indent="0">
              <a:buNone/>
              <a:defRPr sz="2976" b="1"/>
            </a:lvl3pPr>
            <a:lvl4pPr marL="2267941" indent="0">
              <a:buNone/>
              <a:defRPr sz="2646" b="1"/>
            </a:lvl4pPr>
            <a:lvl5pPr marL="3023921" indent="0">
              <a:buNone/>
              <a:defRPr sz="2646" b="1"/>
            </a:lvl5pPr>
            <a:lvl6pPr marL="3779901" indent="0">
              <a:buNone/>
              <a:defRPr sz="2646" b="1"/>
            </a:lvl6pPr>
            <a:lvl7pPr marL="4535881" indent="0">
              <a:buNone/>
              <a:defRPr sz="2646" b="1"/>
            </a:lvl7pPr>
            <a:lvl8pPr marL="5291861" indent="0">
              <a:buNone/>
              <a:defRPr sz="2646" b="1"/>
            </a:lvl8pPr>
            <a:lvl9pPr marL="6047842" indent="0">
              <a:buNone/>
              <a:defRPr sz="2646" b="1"/>
            </a:lvl9pPr>
          </a:lstStyle>
          <a:p>
            <a:pPr lvl="0"/>
            <a:r>
              <a:rPr lang="es-ES"/>
              <a:t>Haga clic para modificar los estilos de texto del patrón</a:t>
            </a:r>
          </a:p>
        </p:txBody>
      </p:sp>
      <p:sp>
        <p:nvSpPr>
          <p:cNvPr id="6" name="Content Placeholder 5"/>
          <p:cNvSpPr>
            <a:spLocks noGrp="1"/>
          </p:cNvSpPr>
          <p:nvPr>
            <p:ph sz="quarter" idx="4"/>
          </p:nvPr>
        </p:nvSpPr>
        <p:spPr>
          <a:xfrm>
            <a:off x="7654172" y="7810963"/>
            <a:ext cx="6427693" cy="11488750"/>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7" name="Date Placeholder 6"/>
          <p:cNvSpPr>
            <a:spLocks noGrp="1"/>
          </p:cNvSpPr>
          <p:nvPr>
            <p:ph type="dt" sz="half" idx="10"/>
          </p:nvPr>
        </p:nvSpPr>
        <p:spPr/>
        <p:txBody>
          <a:bodyPr/>
          <a:lstStyle/>
          <a:p>
            <a:fld id="{A8DA1BBD-1589-104E-89D9-FD291A5EDB06}" type="datetimeFigureOut">
              <a:rPr lang="es-ES_tradnl" smtClean="0"/>
              <a:t>02/02/2026</a:t>
            </a:fld>
            <a:endParaRPr lang="es-ES_tradnl"/>
          </a:p>
        </p:txBody>
      </p:sp>
      <p:sp>
        <p:nvSpPr>
          <p:cNvPr id="8" name="Footer Placeholder 7"/>
          <p:cNvSpPr>
            <a:spLocks noGrp="1"/>
          </p:cNvSpPr>
          <p:nvPr>
            <p:ph type="ftr" sz="quarter" idx="11"/>
          </p:nvPr>
        </p:nvSpPr>
        <p:spPr/>
        <p:txBody>
          <a:bodyPr/>
          <a:lstStyle/>
          <a:p>
            <a:endParaRPr lang="es-ES_tradnl"/>
          </a:p>
        </p:txBody>
      </p:sp>
      <p:sp>
        <p:nvSpPr>
          <p:cNvPr id="9" name="Slide Number Placeholder 8"/>
          <p:cNvSpPr>
            <a:spLocks noGrp="1"/>
          </p:cNvSpPr>
          <p:nvPr>
            <p:ph type="sldNum" sz="quarter" idx="12"/>
          </p:nvPr>
        </p:nvSpPr>
        <p:spPr/>
        <p:txBody>
          <a:bodyPr/>
          <a:lstStyle/>
          <a:p>
            <a:fld id="{A52F3024-9AEF-C645-BE7A-258C41DDD14E}" type="slidenum">
              <a:rPr lang="es-ES_tradnl" smtClean="0"/>
              <a:t>‹#›</a:t>
            </a:fld>
            <a:endParaRPr lang="es-ES_tradnl"/>
          </a:p>
        </p:txBody>
      </p:sp>
    </p:spTree>
    <p:extLst>
      <p:ext uri="{BB962C8B-B14F-4D97-AF65-F5344CB8AC3E}">
        <p14:creationId xmlns:p14="http://schemas.microsoft.com/office/powerpoint/2010/main" val="163202379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lo el título">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s-ES"/>
              <a:t>Haga clic para modificar el estilo de título del patrón</a:t>
            </a:r>
            <a:endParaRPr lang="en-US" dirty="0"/>
          </a:p>
        </p:txBody>
      </p:sp>
      <p:sp>
        <p:nvSpPr>
          <p:cNvPr id="3" name="Date Placeholder 2"/>
          <p:cNvSpPr>
            <a:spLocks noGrp="1"/>
          </p:cNvSpPr>
          <p:nvPr>
            <p:ph type="dt" sz="half" idx="10"/>
          </p:nvPr>
        </p:nvSpPr>
        <p:spPr/>
        <p:txBody>
          <a:bodyPr/>
          <a:lstStyle/>
          <a:p>
            <a:fld id="{A8DA1BBD-1589-104E-89D9-FD291A5EDB06}" type="datetimeFigureOut">
              <a:rPr lang="es-ES_tradnl" smtClean="0"/>
              <a:t>02/02/2026</a:t>
            </a:fld>
            <a:endParaRPr lang="es-ES_tradnl"/>
          </a:p>
        </p:txBody>
      </p:sp>
      <p:sp>
        <p:nvSpPr>
          <p:cNvPr id="4" name="Footer Placeholder 3"/>
          <p:cNvSpPr>
            <a:spLocks noGrp="1"/>
          </p:cNvSpPr>
          <p:nvPr>
            <p:ph type="ftr" sz="quarter" idx="11"/>
          </p:nvPr>
        </p:nvSpPr>
        <p:spPr/>
        <p:txBody>
          <a:bodyPr/>
          <a:lstStyle/>
          <a:p>
            <a:endParaRPr lang="es-ES_tradnl"/>
          </a:p>
        </p:txBody>
      </p:sp>
      <p:sp>
        <p:nvSpPr>
          <p:cNvPr id="5" name="Slide Number Placeholder 4"/>
          <p:cNvSpPr>
            <a:spLocks noGrp="1"/>
          </p:cNvSpPr>
          <p:nvPr>
            <p:ph type="sldNum" sz="quarter" idx="12"/>
          </p:nvPr>
        </p:nvSpPr>
        <p:spPr/>
        <p:txBody>
          <a:bodyPr/>
          <a:lstStyle/>
          <a:p>
            <a:fld id="{A52F3024-9AEF-C645-BE7A-258C41DDD14E}" type="slidenum">
              <a:rPr lang="es-ES_tradnl" smtClean="0"/>
              <a:t>‹#›</a:t>
            </a:fld>
            <a:endParaRPr lang="es-ES_tradnl"/>
          </a:p>
        </p:txBody>
      </p:sp>
    </p:spTree>
    <p:extLst>
      <p:ext uri="{BB962C8B-B14F-4D97-AF65-F5344CB8AC3E}">
        <p14:creationId xmlns:p14="http://schemas.microsoft.com/office/powerpoint/2010/main" val="38927961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n blanco">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8DA1BBD-1589-104E-89D9-FD291A5EDB06}" type="datetimeFigureOut">
              <a:rPr lang="es-ES_tradnl" smtClean="0"/>
              <a:t>02/02/2026</a:t>
            </a:fld>
            <a:endParaRPr lang="es-ES_tradnl"/>
          </a:p>
        </p:txBody>
      </p:sp>
      <p:sp>
        <p:nvSpPr>
          <p:cNvPr id="3" name="Footer Placeholder 2"/>
          <p:cNvSpPr>
            <a:spLocks noGrp="1"/>
          </p:cNvSpPr>
          <p:nvPr>
            <p:ph type="ftr" sz="quarter" idx="11"/>
          </p:nvPr>
        </p:nvSpPr>
        <p:spPr/>
        <p:txBody>
          <a:bodyPr/>
          <a:lstStyle/>
          <a:p>
            <a:endParaRPr lang="es-ES_tradnl"/>
          </a:p>
        </p:txBody>
      </p:sp>
      <p:sp>
        <p:nvSpPr>
          <p:cNvPr id="4" name="Slide Number Placeholder 3"/>
          <p:cNvSpPr>
            <a:spLocks noGrp="1"/>
          </p:cNvSpPr>
          <p:nvPr>
            <p:ph type="sldNum" sz="quarter" idx="12"/>
          </p:nvPr>
        </p:nvSpPr>
        <p:spPr/>
        <p:txBody>
          <a:bodyPr/>
          <a:lstStyle/>
          <a:p>
            <a:fld id="{A52F3024-9AEF-C645-BE7A-258C41DDD14E}" type="slidenum">
              <a:rPr lang="es-ES_tradnl" smtClean="0"/>
              <a:t>‹#›</a:t>
            </a:fld>
            <a:endParaRPr lang="es-ES_tradnl"/>
          </a:p>
        </p:txBody>
      </p:sp>
    </p:spTree>
    <p:extLst>
      <p:ext uri="{BB962C8B-B14F-4D97-AF65-F5344CB8AC3E}">
        <p14:creationId xmlns:p14="http://schemas.microsoft.com/office/powerpoint/2010/main" val="254256105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ido con título">
    <p:spTree>
      <p:nvGrpSpPr>
        <p:cNvPr id="1" name=""/>
        <p:cNvGrpSpPr/>
        <p:nvPr/>
      </p:nvGrpSpPr>
      <p:grpSpPr>
        <a:xfrm>
          <a:off x="0" y="0"/>
          <a:ext cx="0" cy="0"/>
          <a:chOff x="0" y="0"/>
          <a:chExt cx="0" cy="0"/>
        </a:xfrm>
      </p:grpSpPr>
      <p:sp>
        <p:nvSpPr>
          <p:cNvPr id="2" name="Title 1"/>
          <p:cNvSpPr>
            <a:spLocks noGrp="1"/>
          </p:cNvSpPr>
          <p:nvPr>
            <p:ph type="title"/>
          </p:nvPr>
        </p:nvSpPr>
        <p:spPr>
          <a:xfrm>
            <a:off x="1041425" y="1425575"/>
            <a:ext cx="4876384" cy="4989513"/>
          </a:xfrm>
        </p:spPr>
        <p:txBody>
          <a:bodyPr anchor="b"/>
          <a:lstStyle>
            <a:lvl1pPr>
              <a:defRPr sz="5291"/>
            </a:lvl1pPr>
          </a:lstStyle>
          <a:p>
            <a:r>
              <a:rPr lang="es-ES"/>
              <a:t>Haga clic para modificar el estilo de título del patrón</a:t>
            </a:r>
            <a:endParaRPr lang="en-US" dirty="0"/>
          </a:p>
        </p:txBody>
      </p:sp>
      <p:sp>
        <p:nvSpPr>
          <p:cNvPr id="3" name="Content Placeholder 2"/>
          <p:cNvSpPr>
            <a:spLocks noGrp="1"/>
          </p:cNvSpPr>
          <p:nvPr>
            <p:ph idx="1"/>
          </p:nvPr>
        </p:nvSpPr>
        <p:spPr>
          <a:xfrm>
            <a:off x="6427693" y="3078850"/>
            <a:ext cx="7654171" cy="15196234"/>
          </a:xfrm>
        </p:spPr>
        <p:txBody>
          <a:bodyPr/>
          <a:lstStyle>
            <a:lvl1pPr>
              <a:defRPr sz="5291"/>
            </a:lvl1pPr>
            <a:lvl2pPr>
              <a:defRPr sz="4630"/>
            </a:lvl2pPr>
            <a:lvl3pPr>
              <a:defRPr sz="3968"/>
            </a:lvl3pPr>
            <a:lvl4pPr>
              <a:defRPr sz="3307"/>
            </a:lvl4pPr>
            <a:lvl5pPr>
              <a:defRPr sz="3307"/>
            </a:lvl5pPr>
            <a:lvl6pPr>
              <a:defRPr sz="3307"/>
            </a:lvl6pPr>
            <a:lvl7pPr>
              <a:defRPr sz="3307"/>
            </a:lvl7pPr>
            <a:lvl8pPr>
              <a:defRPr sz="3307"/>
            </a:lvl8pPr>
            <a:lvl9pPr>
              <a:defRPr sz="3307"/>
            </a:lvl9p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4" name="Text Placeholder 3"/>
          <p:cNvSpPr>
            <a:spLocks noGrp="1"/>
          </p:cNvSpPr>
          <p:nvPr>
            <p:ph type="body" sz="half" idx="2"/>
          </p:nvPr>
        </p:nvSpPr>
        <p:spPr>
          <a:xfrm>
            <a:off x="1041425" y="6415088"/>
            <a:ext cx="4876384" cy="11884743"/>
          </a:xfrm>
        </p:spPr>
        <p:txBody>
          <a:bodyPr/>
          <a:lstStyle>
            <a:lvl1pPr marL="0" indent="0">
              <a:buNone/>
              <a:defRPr sz="2646"/>
            </a:lvl1pPr>
            <a:lvl2pPr marL="755980" indent="0">
              <a:buNone/>
              <a:defRPr sz="2315"/>
            </a:lvl2pPr>
            <a:lvl3pPr marL="1511960" indent="0">
              <a:buNone/>
              <a:defRPr sz="1984"/>
            </a:lvl3pPr>
            <a:lvl4pPr marL="2267941" indent="0">
              <a:buNone/>
              <a:defRPr sz="1654"/>
            </a:lvl4pPr>
            <a:lvl5pPr marL="3023921" indent="0">
              <a:buNone/>
              <a:defRPr sz="1654"/>
            </a:lvl5pPr>
            <a:lvl6pPr marL="3779901" indent="0">
              <a:buNone/>
              <a:defRPr sz="1654"/>
            </a:lvl6pPr>
            <a:lvl7pPr marL="4535881" indent="0">
              <a:buNone/>
              <a:defRPr sz="1654"/>
            </a:lvl7pPr>
            <a:lvl8pPr marL="5291861" indent="0">
              <a:buNone/>
              <a:defRPr sz="1654"/>
            </a:lvl8pPr>
            <a:lvl9pPr marL="6047842" indent="0">
              <a:buNone/>
              <a:defRPr sz="1654"/>
            </a:lvl9pPr>
          </a:lstStyle>
          <a:p>
            <a:pPr lvl="0"/>
            <a:r>
              <a:rPr lang="es-ES"/>
              <a:t>Haga clic para modificar los estilos de texto del patrón</a:t>
            </a:r>
          </a:p>
        </p:txBody>
      </p:sp>
      <p:sp>
        <p:nvSpPr>
          <p:cNvPr id="5" name="Date Placeholder 4"/>
          <p:cNvSpPr>
            <a:spLocks noGrp="1"/>
          </p:cNvSpPr>
          <p:nvPr>
            <p:ph type="dt" sz="half" idx="10"/>
          </p:nvPr>
        </p:nvSpPr>
        <p:spPr/>
        <p:txBody>
          <a:bodyPr/>
          <a:lstStyle/>
          <a:p>
            <a:fld id="{A8DA1BBD-1589-104E-89D9-FD291A5EDB06}" type="datetimeFigureOut">
              <a:rPr lang="es-ES_tradnl" smtClean="0"/>
              <a:t>02/02/2026</a:t>
            </a:fld>
            <a:endParaRPr lang="es-ES_tradnl"/>
          </a:p>
        </p:txBody>
      </p:sp>
      <p:sp>
        <p:nvSpPr>
          <p:cNvPr id="6" name="Footer Placeholder 5"/>
          <p:cNvSpPr>
            <a:spLocks noGrp="1"/>
          </p:cNvSpPr>
          <p:nvPr>
            <p:ph type="ftr" sz="quarter" idx="11"/>
          </p:nvPr>
        </p:nvSpPr>
        <p:spPr/>
        <p:txBody>
          <a:bodyPr/>
          <a:lstStyle/>
          <a:p>
            <a:endParaRPr lang="es-ES_tradnl"/>
          </a:p>
        </p:txBody>
      </p:sp>
      <p:sp>
        <p:nvSpPr>
          <p:cNvPr id="7" name="Slide Number Placeholder 6"/>
          <p:cNvSpPr>
            <a:spLocks noGrp="1"/>
          </p:cNvSpPr>
          <p:nvPr>
            <p:ph type="sldNum" sz="quarter" idx="12"/>
          </p:nvPr>
        </p:nvSpPr>
        <p:spPr/>
        <p:txBody>
          <a:bodyPr/>
          <a:lstStyle/>
          <a:p>
            <a:fld id="{A52F3024-9AEF-C645-BE7A-258C41DDD14E}" type="slidenum">
              <a:rPr lang="es-ES_tradnl" smtClean="0"/>
              <a:t>‹#›</a:t>
            </a:fld>
            <a:endParaRPr lang="es-ES_tradnl"/>
          </a:p>
        </p:txBody>
      </p:sp>
    </p:spTree>
    <p:extLst>
      <p:ext uri="{BB962C8B-B14F-4D97-AF65-F5344CB8AC3E}">
        <p14:creationId xmlns:p14="http://schemas.microsoft.com/office/powerpoint/2010/main" val="204848013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n con título">
    <p:spTree>
      <p:nvGrpSpPr>
        <p:cNvPr id="1" name=""/>
        <p:cNvGrpSpPr/>
        <p:nvPr/>
      </p:nvGrpSpPr>
      <p:grpSpPr>
        <a:xfrm>
          <a:off x="0" y="0"/>
          <a:ext cx="0" cy="0"/>
          <a:chOff x="0" y="0"/>
          <a:chExt cx="0" cy="0"/>
        </a:xfrm>
      </p:grpSpPr>
      <p:sp>
        <p:nvSpPr>
          <p:cNvPr id="2" name="Title 1"/>
          <p:cNvSpPr>
            <a:spLocks noGrp="1"/>
          </p:cNvSpPr>
          <p:nvPr>
            <p:ph type="title"/>
          </p:nvPr>
        </p:nvSpPr>
        <p:spPr>
          <a:xfrm>
            <a:off x="1041425" y="1425575"/>
            <a:ext cx="4876384" cy="4989513"/>
          </a:xfrm>
        </p:spPr>
        <p:txBody>
          <a:bodyPr anchor="b"/>
          <a:lstStyle>
            <a:lvl1pPr>
              <a:defRPr sz="5291"/>
            </a:lvl1pPr>
          </a:lstStyle>
          <a:p>
            <a:r>
              <a:rPr lang="es-ES"/>
              <a:t>Haga clic para modificar el estilo de título del patrón</a:t>
            </a:r>
            <a:endParaRPr lang="en-US" dirty="0"/>
          </a:p>
        </p:txBody>
      </p:sp>
      <p:sp>
        <p:nvSpPr>
          <p:cNvPr id="3" name="Picture Placeholder 2"/>
          <p:cNvSpPr>
            <a:spLocks noGrp="1" noChangeAspect="1"/>
          </p:cNvSpPr>
          <p:nvPr>
            <p:ph type="pic" idx="1"/>
          </p:nvPr>
        </p:nvSpPr>
        <p:spPr>
          <a:xfrm>
            <a:off x="6427693" y="3078850"/>
            <a:ext cx="7654171" cy="15196234"/>
          </a:xfrm>
        </p:spPr>
        <p:txBody>
          <a:bodyPr anchor="t"/>
          <a:lstStyle>
            <a:lvl1pPr marL="0" indent="0">
              <a:buNone/>
              <a:defRPr sz="5291"/>
            </a:lvl1pPr>
            <a:lvl2pPr marL="755980" indent="0">
              <a:buNone/>
              <a:defRPr sz="4630"/>
            </a:lvl2pPr>
            <a:lvl3pPr marL="1511960" indent="0">
              <a:buNone/>
              <a:defRPr sz="3968"/>
            </a:lvl3pPr>
            <a:lvl4pPr marL="2267941" indent="0">
              <a:buNone/>
              <a:defRPr sz="3307"/>
            </a:lvl4pPr>
            <a:lvl5pPr marL="3023921" indent="0">
              <a:buNone/>
              <a:defRPr sz="3307"/>
            </a:lvl5pPr>
            <a:lvl6pPr marL="3779901" indent="0">
              <a:buNone/>
              <a:defRPr sz="3307"/>
            </a:lvl6pPr>
            <a:lvl7pPr marL="4535881" indent="0">
              <a:buNone/>
              <a:defRPr sz="3307"/>
            </a:lvl7pPr>
            <a:lvl8pPr marL="5291861" indent="0">
              <a:buNone/>
              <a:defRPr sz="3307"/>
            </a:lvl8pPr>
            <a:lvl9pPr marL="6047842" indent="0">
              <a:buNone/>
              <a:defRPr sz="3307"/>
            </a:lvl9pPr>
          </a:lstStyle>
          <a:p>
            <a:r>
              <a:rPr lang="es-ES"/>
              <a:t>Haga clic en el icono para agregar una imagen</a:t>
            </a:r>
            <a:endParaRPr lang="en-US" dirty="0"/>
          </a:p>
        </p:txBody>
      </p:sp>
      <p:sp>
        <p:nvSpPr>
          <p:cNvPr id="4" name="Text Placeholder 3"/>
          <p:cNvSpPr>
            <a:spLocks noGrp="1"/>
          </p:cNvSpPr>
          <p:nvPr>
            <p:ph type="body" sz="half" idx="2"/>
          </p:nvPr>
        </p:nvSpPr>
        <p:spPr>
          <a:xfrm>
            <a:off x="1041425" y="6415088"/>
            <a:ext cx="4876384" cy="11884743"/>
          </a:xfrm>
        </p:spPr>
        <p:txBody>
          <a:bodyPr/>
          <a:lstStyle>
            <a:lvl1pPr marL="0" indent="0">
              <a:buNone/>
              <a:defRPr sz="2646"/>
            </a:lvl1pPr>
            <a:lvl2pPr marL="755980" indent="0">
              <a:buNone/>
              <a:defRPr sz="2315"/>
            </a:lvl2pPr>
            <a:lvl3pPr marL="1511960" indent="0">
              <a:buNone/>
              <a:defRPr sz="1984"/>
            </a:lvl3pPr>
            <a:lvl4pPr marL="2267941" indent="0">
              <a:buNone/>
              <a:defRPr sz="1654"/>
            </a:lvl4pPr>
            <a:lvl5pPr marL="3023921" indent="0">
              <a:buNone/>
              <a:defRPr sz="1654"/>
            </a:lvl5pPr>
            <a:lvl6pPr marL="3779901" indent="0">
              <a:buNone/>
              <a:defRPr sz="1654"/>
            </a:lvl6pPr>
            <a:lvl7pPr marL="4535881" indent="0">
              <a:buNone/>
              <a:defRPr sz="1654"/>
            </a:lvl7pPr>
            <a:lvl8pPr marL="5291861" indent="0">
              <a:buNone/>
              <a:defRPr sz="1654"/>
            </a:lvl8pPr>
            <a:lvl9pPr marL="6047842" indent="0">
              <a:buNone/>
              <a:defRPr sz="1654"/>
            </a:lvl9pPr>
          </a:lstStyle>
          <a:p>
            <a:pPr lvl="0"/>
            <a:r>
              <a:rPr lang="es-ES"/>
              <a:t>Haga clic para modificar los estilos de texto del patrón</a:t>
            </a:r>
          </a:p>
        </p:txBody>
      </p:sp>
      <p:sp>
        <p:nvSpPr>
          <p:cNvPr id="5" name="Date Placeholder 4"/>
          <p:cNvSpPr>
            <a:spLocks noGrp="1"/>
          </p:cNvSpPr>
          <p:nvPr>
            <p:ph type="dt" sz="half" idx="10"/>
          </p:nvPr>
        </p:nvSpPr>
        <p:spPr/>
        <p:txBody>
          <a:bodyPr/>
          <a:lstStyle/>
          <a:p>
            <a:fld id="{A8DA1BBD-1589-104E-89D9-FD291A5EDB06}" type="datetimeFigureOut">
              <a:rPr lang="es-ES_tradnl" smtClean="0"/>
              <a:t>02/02/2026</a:t>
            </a:fld>
            <a:endParaRPr lang="es-ES_tradnl"/>
          </a:p>
        </p:txBody>
      </p:sp>
      <p:sp>
        <p:nvSpPr>
          <p:cNvPr id="6" name="Footer Placeholder 5"/>
          <p:cNvSpPr>
            <a:spLocks noGrp="1"/>
          </p:cNvSpPr>
          <p:nvPr>
            <p:ph type="ftr" sz="quarter" idx="11"/>
          </p:nvPr>
        </p:nvSpPr>
        <p:spPr/>
        <p:txBody>
          <a:bodyPr/>
          <a:lstStyle/>
          <a:p>
            <a:endParaRPr lang="es-ES_tradnl"/>
          </a:p>
        </p:txBody>
      </p:sp>
      <p:sp>
        <p:nvSpPr>
          <p:cNvPr id="7" name="Slide Number Placeholder 6"/>
          <p:cNvSpPr>
            <a:spLocks noGrp="1"/>
          </p:cNvSpPr>
          <p:nvPr>
            <p:ph type="sldNum" sz="quarter" idx="12"/>
          </p:nvPr>
        </p:nvSpPr>
        <p:spPr/>
        <p:txBody>
          <a:bodyPr/>
          <a:lstStyle/>
          <a:p>
            <a:fld id="{A52F3024-9AEF-C645-BE7A-258C41DDD14E}" type="slidenum">
              <a:rPr lang="es-ES_tradnl" smtClean="0"/>
              <a:t>‹#›</a:t>
            </a:fld>
            <a:endParaRPr lang="es-ES_tradnl"/>
          </a:p>
        </p:txBody>
      </p:sp>
    </p:spTree>
    <p:extLst>
      <p:ext uri="{BB962C8B-B14F-4D97-AF65-F5344CB8AC3E}">
        <p14:creationId xmlns:p14="http://schemas.microsoft.com/office/powerpoint/2010/main" val="377756587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ulo y texto vertical">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s-ES"/>
              <a:t>Haga clic para modificar el estilo de título del patrón</a:t>
            </a:r>
            <a:endParaRPr lang="en-US" dirty="0"/>
          </a:p>
        </p:txBody>
      </p:sp>
      <p:sp>
        <p:nvSpPr>
          <p:cNvPr id="3" name="Vertical Text Placeholder 2"/>
          <p:cNvSpPr>
            <a:spLocks noGrp="1"/>
          </p:cNvSpPr>
          <p:nvPr>
            <p:ph type="body" orient="vert" idx="1"/>
          </p:nvPr>
        </p:nvSpPr>
        <p:spPr/>
        <p:txBody>
          <a:bodyPr vert="eaVert"/>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4" name="Date Placeholder 3"/>
          <p:cNvSpPr>
            <a:spLocks noGrp="1"/>
          </p:cNvSpPr>
          <p:nvPr>
            <p:ph type="dt" sz="half" idx="10"/>
          </p:nvPr>
        </p:nvSpPr>
        <p:spPr/>
        <p:txBody>
          <a:bodyPr/>
          <a:lstStyle/>
          <a:p>
            <a:fld id="{A8DA1BBD-1589-104E-89D9-FD291A5EDB06}" type="datetimeFigureOut">
              <a:rPr lang="es-ES_tradnl" smtClean="0"/>
              <a:t>02/02/2026</a:t>
            </a:fld>
            <a:endParaRPr lang="es-ES_tradnl"/>
          </a:p>
        </p:txBody>
      </p:sp>
      <p:sp>
        <p:nvSpPr>
          <p:cNvPr id="5" name="Footer Placeholder 4"/>
          <p:cNvSpPr>
            <a:spLocks noGrp="1"/>
          </p:cNvSpPr>
          <p:nvPr>
            <p:ph type="ftr" sz="quarter" idx="11"/>
          </p:nvPr>
        </p:nvSpPr>
        <p:spPr/>
        <p:txBody>
          <a:bodyPr/>
          <a:lstStyle/>
          <a:p>
            <a:endParaRPr lang="es-ES_tradnl"/>
          </a:p>
        </p:txBody>
      </p:sp>
      <p:sp>
        <p:nvSpPr>
          <p:cNvPr id="6" name="Slide Number Placeholder 5"/>
          <p:cNvSpPr>
            <a:spLocks noGrp="1"/>
          </p:cNvSpPr>
          <p:nvPr>
            <p:ph type="sldNum" sz="quarter" idx="12"/>
          </p:nvPr>
        </p:nvSpPr>
        <p:spPr/>
        <p:txBody>
          <a:bodyPr/>
          <a:lstStyle/>
          <a:p>
            <a:fld id="{A52F3024-9AEF-C645-BE7A-258C41DDD14E}" type="slidenum">
              <a:rPr lang="es-ES_tradnl" smtClean="0"/>
              <a:t>‹#›</a:t>
            </a:fld>
            <a:endParaRPr lang="es-ES_tradnl"/>
          </a:p>
        </p:txBody>
      </p:sp>
    </p:spTree>
    <p:extLst>
      <p:ext uri="{BB962C8B-B14F-4D97-AF65-F5344CB8AC3E}">
        <p14:creationId xmlns:p14="http://schemas.microsoft.com/office/powerpoint/2010/main" val="233612946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ítulo vertical y texto">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10819786" y="1138480"/>
            <a:ext cx="3260110" cy="18121634"/>
          </a:xfrm>
        </p:spPr>
        <p:txBody>
          <a:bodyPr vert="eaVert"/>
          <a:lstStyle/>
          <a:p>
            <a:r>
              <a:rPr lang="es-ES"/>
              <a:t>Haga clic para modificar el estilo de título del patrón</a:t>
            </a:r>
            <a:endParaRPr lang="en-US" dirty="0"/>
          </a:p>
        </p:txBody>
      </p:sp>
      <p:sp>
        <p:nvSpPr>
          <p:cNvPr id="3" name="Vertical Text Placeholder 2"/>
          <p:cNvSpPr>
            <a:spLocks noGrp="1"/>
          </p:cNvSpPr>
          <p:nvPr>
            <p:ph type="body" orient="vert" idx="1"/>
          </p:nvPr>
        </p:nvSpPr>
        <p:spPr>
          <a:xfrm>
            <a:off x="1039456" y="1138480"/>
            <a:ext cx="9591338" cy="18121634"/>
          </a:xfrm>
        </p:spPr>
        <p:txBody>
          <a:bodyPr vert="eaVert"/>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4" name="Date Placeholder 3"/>
          <p:cNvSpPr>
            <a:spLocks noGrp="1"/>
          </p:cNvSpPr>
          <p:nvPr>
            <p:ph type="dt" sz="half" idx="10"/>
          </p:nvPr>
        </p:nvSpPr>
        <p:spPr/>
        <p:txBody>
          <a:bodyPr/>
          <a:lstStyle/>
          <a:p>
            <a:fld id="{A8DA1BBD-1589-104E-89D9-FD291A5EDB06}" type="datetimeFigureOut">
              <a:rPr lang="es-ES_tradnl" smtClean="0"/>
              <a:t>02/02/2026</a:t>
            </a:fld>
            <a:endParaRPr lang="es-ES_tradnl"/>
          </a:p>
        </p:txBody>
      </p:sp>
      <p:sp>
        <p:nvSpPr>
          <p:cNvPr id="5" name="Footer Placeholder 4"/>
          <p:cNvSpPr>
            <a:spLocks noGrp="1"/>
          </p:cNvSpPr>
          <p:nvPr>
            <p:ph type="ftr" sz="quarter" idx="11"/>
          </p:nvPr>
        </p:nvSpPr>
        <p:spPr/>
        <p:txBody>
          <a:bodyPr/>
          <a:lstStyle/>
          <a:p>
            <a:endParaRPr lang="es-ES_tradnl"/>
          </a:p>
        </p:txBody>
      </p:sp>
      <p:sp>
        <p:nvSpPr>
          <p:cNvPr id="6" name="Slide Number Placeholder 5"/>
          <p:cNvSpPr>
            <a:spLocks noGrp="1"/>
          </p:cNvSpPr>
          <p:nvPr>
            <p:ph type="sldNum" sz="quarter" idx="12"/>
          </p:nvPr>
        </p:nvSpPr>
        <p:spPr/>
        <p:txBody>
          <a:bodyPr/>
          <a:lstStyle/>
          <a:p>
            <a:fld id="{A52F3024-9AEF-C645-BE7A-258C41DDD14E}" type="slidenum">
              <a:rPr lang="es-ES_tradnl" smtClean="0"/>
              <a:t>‹#›</a:t>
            </a:fld>
            <a:endParaRPr lang="es-ES_tradnl"/>
          </a:p>
        </p:txBody>
      </p:sp>
    </p:spTree>
    <p:extLst>
      <p:ext uri="{BB962C8B-B14F-4D97-AF65-F5344CB8AC3E}">
        <p14:creationId xmlns:p14="http://schemas.microsoft.com/office/powerpoint/2010/main" val="230724950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1039456" y="1138485"/>
            <a:ext cx="13040439" cy="4133179"/>
          </a:xfrm>
          <a:prstGeom prst="rect">
            <a:avLst/>
          </a:prstGeom>
        </p:spPr>
        <p:txBody>
          <a:bodyPr vert="horz" lIns="91440" tIns="45720" rIns="91440" bIns="45720" rtlCol="0" anchor="ctr">
            <a:normAutofit/>
          </a:bodyPr>
          <a:lstStyle/>
          <a:p>
            <a:r>
              <a:rPr lang="es-ES"/>
              <a:t>Haga clic para modificar el estilo de título del patrón</a:t>
            </a:r>
            <a:endParaRPr lang="en-US" dirty="0"/>
          </a:p>
        </p:txBody>
      </p:sp>
      <p:sp>
        <p:nvSpPr>
          <p:cNvPr id="3" name="Text Placeholder 2"/>
          <p:cNvSpPr>
            <a:spLocks noGrp="1"/>
          </p:cNvSpPr>
          <p:nvPr>
            <p:ph type="body" idx="1"/>
          </p:nvPr>
        </p:nvSpPr>
        <p:spPr>
          <a:xfrm>
            <a:off x="1039456" y="5692400"/>
            <a:ext cx="13040439" cy="13567714"/>
          </a:xfrm>
          <a:prstGeom prst="rect">
            <a:avLst/>
          </a:prstGeom>
        </p:spPr>
        <p:txBody>
          <a:bodyPr vert="horz" lIns="91440" tIns="45720" rIns="91440" bIns="45720" rtlCol="0">
            <a:normAutofit/>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4" name="Date Placeholder 3"/>
          <p:cNvSpPr>
            <a:spLocks noGrp="1"/>
          </p:cNvSpPr>
          <p:nvPr>
            <p:ph type="dt" sz="half" idx="2"/>
          </p:nvPr>
        </p:nvSpPr>
        <p:spPr>
          <a:xfrm>
            <a:off x="1039455" y="19819457"/>
            <a:ext cx="3401854" cy="1138480"/>
          </a:xfrm>
          <a:prstGeom prst="rect">
            <a:avLst/>
          </a:prstGeom>
        </p:spPr>
        <p:txBody>
          <a:bodyPr vert="horz" lIns="91440" tIns="45720" rIns="91440" bIns="45720" rtlCol="0" anchor="ctr"/>
          <a:lstStyle>
            <a:lvl1pPr algn="l">
              <a:defRPr sz="1984">
                <a:solidFill>
                  <a:schemeClr val="tx1">
                    <a:tint val="82000"/>
                  </a:schemeClr>
                </a:solidFill>
              </a:defRPr>
            </a:lvl1pPr>
          </a:lstStyle>
          <a:p>
            <a:fld id="{A8DA1BBD-1589-104E-89D9-FD291A5EDB06}" type="datetimeFigureOut">
              <a:rPr lang="es-ES_tradnl" smtClean="0"/>
              <a:t>02/02/2026</a:t>
            </a:fld>
            <a:endParaRPr lang="es-ES_tradnl"/>
          </a:p>
        </p:txBody>
      </p:sp>
      <p:sp>
        <p:nvSpPr>
          <p:cNvPr id="5" name="Footer Placeholder 4"/>
          <p:cNvSpPr>
            <a:spLocks noGrp="1"/>
          </p:cNvSpPr>
          <p:nvPr>
            <p:ph type="ftr" sz="quarter" idx="3"/>
          </p:nvPr>
        </p:nvSpPr>
        <p:spPr>
          <a:xfrm>
            <a:off x="5008285" y="19819457"/>
            <a:ext cx="5102781" cy="1138480"/>
          </a:xfrm>
          <a:prstGeom prst="rect">
            <a:avLst/>
          </a:prstGeom>
        </p:spPr>
        <p:txBody>
          <a:bodyPr vert="horz" lIns="91440" tIns="45720" rIns="91440" bIns="45720" rtlCol="0" anchor="ctr"/>
          <a:lstStyle>
            <a:lvl1pPr algn="ctr">
              <a:defRPr sz="1984">
                <a:solidFill>
                  <a:schemeClr val="tx1">
                    <a:tint val="82000"/>
                  </a:schemeClr>
                </a:solidFill>
              </a:defRPr>
            </a:lvl1pPr>
          </a:lstStyle>
          <a:p>
            <a:endParaRPr lang="es-ES_tradnl"/>
          </a:p>
        </p:txBody>
      </p:sp>
      <p:sp>
        <p:nvSpPr>
          <p:cNvPr id="6" name="Slide Number Placeholder 5"/>
          <p:cNvSpPr>
            <a:spLocks noGrp="1"/>
          </p:cNvSpPr>
          <p:nvPr>
            <p:ph type="sldNum" sz="quarter" idx="4"/>
          </p:nvPr>
        </p:nvSpPr>
        <p:spPr>
          <a:xfrm>
            <a:off x="10678041" y="19819457"/>
            <a:ext cx="3401854" cy="1138480"/>
          </a:xfrm>
          <a:prstGeom prst="rect">
            <a:avLst/>
          </a:prstGeom>
        </p:spPr>
        <p:txBody>
          <a:bodyPr vert="horz" lIns="91440" tIns="45720" rIns="91440" bIns="45720" rtlCol="0" anchor="ctr"/>
          <a:lstStyle>
            <a:lvl1pPr algn="r">
              <a:defRPr sz="1984">
                <a:solidFill>
                  <a:schemeClr val="tx1">
                    <a:tint val="82000"/>
                  </a:schemeClr>
                </a:solidFill>
              </a:defRPr>
            </a:lvl1pPr>
          </a:lstStyle>
          <a:p>
            <a:fld id="{A52F3024-9AEF-C645-BE7A-258C41DDD14E}" type="slidenum">
              <a:rPr lang="es-ES_tradnl" smtClean="0"/>
              <a:t>‹#›</a:t>
            </a:fld>
            <a:endParaRPr lang="es-ES_tradnl"/>
          </a:p>
        </p:txBody>
      </p:sp>
    </p:spTree>
    <p:extLst>
      <p:ext uri="{BB962C8B-B14F-4D97-AF65-F5344CB8AC3E}">
        <p14:creationId xmlns:p14="http://schemas.microsoft.com/office/powerpoint/2010/main" val="2832535164"/>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1511960" rtl="0" eaLnBrk="1" latinLnBrk="0" hangingPunct="1">
        <a:lnSpc>
          <a:spcPct val="90000"/>
        </a:lnSpc>
        <a:spcBef>
          <a:spcPct val="0"/>
        </a:spcBef>
        <a:buNone/>
        <a:defRPr sz="7275" kern="1200">
          <a:solidFill>
            <a:schemeClr val="tx1"/>
          </a:solidFill>
          <a:latin typeface="+mj-lt"/>
          <a:ea typeface="+mj-ea"/>
          <a:cs typeface="+mj-cs"/>
        </a:defRPr>
      </a:lvl1pPr>
    </p:titleStyle>
    <p:bodyStyle>
      <a:lvl1pPr marL="377990" indent="-377990" algn="l" defTabSz="1511960" rtl="0" eaLnBrk="1" latinLnBrk="0" hangingPunct="1">
        <a:lnSpc>
          <a:spcPct val="90000"/>
        </a:lnSpc>
        <a:spcBef>
          <a:spcPts val="1654"/>
        </a:spcBef>
        <a:buFont typeface="Arial" panose="020B0604020202020204" pitchFamily="34" charset="0"/>
        <a:buChar char="•"/>
        <a:defRPr sz="4630" kern="1200">
          <a:solidFill>
            <a:schemeClr val="tx1"/>
          </a:solidFill>
          <a:latin typeface="+mn-lt"/>
          <a:ea typeface="+mn-ea"/>
          <a:cs typeface="+mn-cs"/>
        </a:defRPr>
      </a:lvl1pPr>
      <a:lvl2pPr marL="1133970" indent="-377990" algn="l" defTabSz="1511960" rtl="0" eaLnBrk="1" latinLnBrk="0" hangingPunct="1">
        <a:lnSpc>
          <a:spcPct val="90000"/>
        </a:lnSpc>
        <a:spcBef>
          <a:spcPts val="827"/>
        </a:spcBef>
        <a:buFont typeface="Arial" panose="020B0604020202020204" pitchFamily="34" charset="0"/>
        <a:buChar char="•"/>
        <a:defRPr sz="3968" kern="1200">
          <a:solidFill>
            <a:schemeClr val="tx1"/>
          </a:solidFill>
          <a:latin typeface="+mn-lt"/>
          <a:ea typeface="+mn-ea"/>
          <a:cs typeface="+mn-cs"/>
        </a:defRPr>
      </a:lvl2pPr>
      <a:lvl3pPr marL="1889951" indent="-377990" algn="l" defTabSz="1511960" rtl="0" eaLnBrk="1" latinLnBrk="0" hangingPunct="1">
        <a:lnSpc>
          <a:spcPct val="90000"/>
        </a:lnSpc>
        <a:spcBef>
          <a:spcPts val="827"/>
        </a:spcBef>
        <a:buFont typeface="Arial" panose="020B0604020202020204" pitchFamily="34" charset="0"/>
        <a:buChar char="•"/>
        <a:defRPr sz="3307" kern="1200">
          <a:solidFill>
            <a:schemeClr val="tx1"/>
          </a:solidFill>
          <a:latin typeface="+mn-lt"/>
          <a:ea typeface="+mn-ea"/>
          <a:cs typeface="+mn-cs"/>
        </a:defRPr>
      </a:lvl3pPr>
      <a:lvl4pPr marL="2645931" indent="-377990" algn="l" defTabSz="1511960" rtl="0" eaLnBrk="1" latinLnBrk="0" hangingPunct="1">
        <a:lnSpc>
          <a:spcPct val="90000"/>
        </a:lnSpc>
        <a:spcBef>
          <a:spcPts val="827"/>
        </a:spcBef>
        <a:buFont typeface="Arial" panose="020B0604020202020204" pitchFamily="34" charset="0"/>
        <a:buChar char="•"/>
        <a:defRPr sz="2976" kern="1200">
          <a:solidFill>
            <a:schemeClr val="tx1"/>
          </a:solidFill>
          <a:latin typeface="+mn-lt"/>
          <a:ea typeface="+mn-ea"/>
          <a:cs typeface="+mn-cs"/>
        </a:defRPr>
      </a:lvl4pPr>
      <a:lvl5pPr marL="3401911" indent="-377990" algn="l" defTabSz="1511960" rtl="0" eaLnBrk="1" latinLnBrk="0" hangingPunct="1">
        <a:lnSpc>
          <a:spcPct val="90000"/>
        </a:lnSpc>
        <a:spcBef>
          <a:spcPts val="827"/>
        </a:spcBef>
        <a:buFont typeface="Arial" panose="020B0604020202020204" pitchFamily="34" charset="0"/>
        <a:buChar char="•"/>
        <a:defRPr sz="2976" kern="1200">
          <a:solidFill>
            <a:schemeClr val="tx1"/>
          </a:solidFill>
          <a:latin typeface="+mn-lt"/>
          <a:ea typeface="+mn-ea"/>
          <a:cs typeface="+mn-cs"/>
        </a:defRPr>
      </a:lvl5pPr>
      <a:lvl6pPr marL="4157891" indent="-377990" algn="l" defTabSz="1511960" rtl="0" eaLnBrk="1" latinLnBrk="0" hangingPunct="1">
        <a:lnSpc>
          <a:spcPct val="90000"/>
        </a:lnSpc>
        <a:spcBef>
          <a:spcPts val="827"/>
        </a:spcBef>
        <a:buFont typeface="Arial" panose="020B0604020202020204" pitchFamily="34" charset="0"/>
        <a:buChar char="•"/>
        <a:defRPr sz="2976" kern="1200">
          <a:solidFill>
            <a:schemeClr val="tx1"/>
          </a:solidFill>
          <a:latin typeface="+mn-lt"/>
          <a:ea typeface="+mn-ea"/>
          <a:cs typeface="+mn-cs"/>
        </a:defRPr>
      </a:lvl6pPr>
      <a:lvl7pPr marL="4913871" indent="-377990" algn="l" defTabSz="1511960" rtl="0" eaLnBrk="1" latinLnBrk="0" hangingPunct="1">
        <a:lnSpc>
          <a:spcPct val="90000"/>
        </a:lnSpc>
        <a:spcBef>
          <a:spcPts val="827"/>
        </a:spcBef>
        <a:buFont typeface="Arial" panose="020B0604020202020204" pitchFamily="34" charset="0"/>
        <a:buChar char="•"/>
        <a:defRPr sz="2976" kern="1200">
          <a:solidFill>
            <a:schemeClr val="tx1"/>
          </a:solidFill>
          <a:latin typeface="+mn-lt"/>
          <a:ea typeface="+mn-ea"/>
          <a:cs typeface="+mn-cs"/>
        </a:defRPr>
      </a:lvl7pPr>
      <a:lvl8pPr marL="5669852" indent="-377990" algn="l" defTabSz="1511960" rtl="0" eaLnBrk="1" latinLnBrk="0" hangingPunct="1">
        <a:lnSpc>
          <a:spcPct val="90000"/>
        </a:lnSpc>
        <a:spcBef>
          <a:spcPts val="827"/>
        </a:spcBef>
        <a:buFont typeface="Arial" panose="020B0604020202020204" pitchFamily="34" charset="0"/>
        <a:buChar char="•"/>
        <a:defRPr sz="2976" kern="1200">
          <a:solidFill>
            <a:schemeClr val="tx1"/>
          </a:solidFill>
          <a:latin typeface="+mn-lt"/>
          <a:ea typeface="+mn-ea"/>
          <a:cs typeface="+mn-cs"/>
        </a:defRPr>
      </a:lvl8pPr>
      <a:lvl9pPr marL="6425832" indent="-377990" algn="l" defTabSz="1511960" rtl="0" eaLnBrk="1" latinLnBrk="0" hangingPunct="1">
        <a:lnSpc>
          <a:spcPct val="90000"/>
        </a:lnSpc>
        <a:spcBef>
          <a:spcPts val="827"/>
        </a:spcBef>
        <a:buFont typeface="Arial" panose="020B0604020202020204" pitchFamily="34" charset="0"/>
        <a:buChar char="•"/>
        <a:defRPr sz="2976" kern="1200">
          <a:solidFill>
            <a:schemeClr val="tx1"/>
          </a:solidFill>
          <a:latin typeface="+mn-lt"/>
          <a:ea typeface="+mn-ea"/>
          <a:cs typeface="+mn-cs"/>
        </a:defRPr>
      </a:lvl9pPr>
    </p:bodyStyle>
    <p:otherStyle>
      <a:defPPr>
        <a:defRPr lang="en-US"/>
      </a:defPPr>
      <a:lvl1pPr marL="0" algn="l" defTabSz="1511960" rtl="0" eaLnBrk="1" latinLnBrk="0" hangingPunct="1">
        <a:defRPr sz="2976" kern="1200">
          <a:solidFill>
            <a:schemeClr val="tx1"/>
          </a:solidFill>
          <a:latin typeface="+mn-lt"/>
          <a:ea typeface="+mn-ea"/>
          <a:cs typeface="+mn-cs"/>
        </a:defRPr>
      </a:lvl1pPr>
      <a:lvl2pPr marL="755980" algn="l" defTabSz="1511960" rtl="0" eaLnBrk="1" latinLnBrk="0" hangingPunct="1">
        <a:defRPr sz="2976" kern="1200">
          <a:solidFill>
            <a:schemeClr val="tx1"/>
          </a:solidFill>
          <a:latin typeface="+mn-lt"/>
          <a:ea typeface="+mn-ea"/>
          <a:cs typeface="+mn-cs"/>
        </a:defRPr>
      </a:lvl2pPr>
      <a:lvl3pPr marL="1511960" algn="l" defTabSz="1511960" rtl="0" eaLnBrk="1" latinLnBrk="0" hangingPunct="1">
        <a:defRPr sz="2976" kern="1200">
          <a:solidFill>
            <a:schemeClr val="tx1"/>
          </a:solidFill>
          <a:latin typeface="+mn-lt"/>
          <a:ea typeface="+mn-ea"/>
          <a:cs typeface="+mn-cs"/>
        </a:defRPr>
      </a:lvl3pPr>
      <a:lvl4pPr marL="2267941" algn="l" defTabSz="1511960" rtl="0" eaLnBrk="1" latinLnBrk="0" hangingPunct="1">
        <a:defRPr sz="2976" kern="1200">
          <a:solidFill>
            <a:schemeClr val="tx1"/>
          </a:solidFill>
          <a:latin typeface="+mn-lt"/>
          <a:ea typeface="+mn-ea"/>
          <a:cs typeface="+mn-cs"/>
        </a:defRPr>
      </a:lvl4pPr>
      <a:lvl5pPr marL="3023921" algn="l" defTabSz="1511960" rtl="0" eaLnBrk="1" latinLnBrk="0" hangingPunct="1">
        <a:defRPr sz="2976" kern="1200">
          <a:solidFill>
            <a:schemeClr val="tx1"/>
          </a:solidFill>
          <a:latin typeface="+mn-lt"/>
          <a:ea typeface="+mn-ea"/>
          <a:cs typeface="+mn-cs"/>
        </a:defRPr>
      </a:lvl5pPr>
      <a:lvl6pPr marL="3779901" algn="l" defTabSz="1511960" rtl="0" eaLnBrk="1" latinLnBrk="0" hangingPunct="1">
        <a:defRPr sz="2976" kern="1200">
          <a:solidFill>
            <a:schemeClr val="tx1"/>
          </a:solidFill>
          <a:latin typeface="+mn-lt"/>
          <a:ea typeface="+mn-ea"/>
          <a:cs typeface="+mn-cs"/>
        </a:defRPr>
      </a:lvl6pPr>
      <a:lvl7pPr marL="4535881" algn="l" defTabSz="1511960" rtl="0" eaLnBrk="1" latinLnBrk="0" hangingPunct="1">
        <a:defRPr sz="2976" kern="1200">
          <a:solidFill>
            <a:schemeClr val="tx1"/>
          </a:solidFill>
          <a:latin typeface="+mn-lt"/>
          <a:ea typeface="+mn-ea"/>
          <a:cs typeface="+mn-cs"/>
        </a:defRPr>
      </a:lvl7pPr>
      <a:lvl8pPr marL="5291861" algn="l" defTabSz="1511960" rtl="0" eaLnBrk="1" latinLnBrk="0" hangingPunct="1">
        <a:defRPr sz="2976" kern="1200">
          <a:solidFill>
            <a:schemeClr val="tx1"/>
          </a:solidFill>
          <a:latin typeface="+mn-lt"/>
          <a:ea typeface="+mn-ea"/>
          <a:cs typeface="+mn-cs"/>
        </a:defRPr>
      </a:lvl8pPr>
      <a:lvl9pPr marL="6047842" algn="l" defTabSz="1511960" rtl="0" eaLnBrk="1" latinLnBrk="0" hangingPunct="1">
        <a:defRPr sz="2976"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2.xml"/><Relationship Id="rId5" Type="http://schemas.openxmlformats.org/officeDocument/2006/relationships/image" Target="../media/image6.png"/><Relationship Id="rId4" Type="http://schemas.openxmlformats.org/officeDocument/2006/relationships/image" Target="../media/image5.png"/></Relationships>
</file>

<file path=ppt/slides/slide1.xml><?xml version="1.0" encoding="utf-8"?>
<p:sld xmlns:a="http://schemas.openxmlformats.org/drawingml/2006/main" xmlns:r="http://schemas.openxmlformats.org/officeDocument/2006/relationships" xmlns:p="http://schemas.openxmlformats.org/presentationml/2006/main">
  <p:cSld>
    <p:bg>
      <p:bgPr>
        <a:gradFill flip="none" rotWithShape="1">
          <a:gsLst>
            <a:gs pos="14000">
              <a:schemeClr val="bg1"/>
            </a:gs>
            <a:gs pos="99000">
              <a:srgbClr val="59C2E3">
                <a:alpha val="25000"/>
              </a:srgbClr>
            </a:gs>
          </a:gsLst>
          <a:lin ang="2700000" scaled="1"/>
          <a:tileRect/>
        </a:gradFill>
        <a:effectLst/>
      </p:bgPr>
    </p:bg>
    <p:spTree>
      <p:nvGrpSpPr>
        <p:cNvPr id="1" name="">
          <a:extLst>
            <a:ext uri="{FF2B5EF4-FFF2-40B4-BE49-F238E27FC236}">
              <a16:creationId xmlns:a16="http://schemas.microsoft.com/office/drawing/2014/main" id="{177A72C3-DD61-5B61-E46F-EDD19D1F5215}"/>
            </a:ext>
          </a:extLst>
        </p:cNvPr>
        <p:cNvGrpSpPr/>
        <p:nvPr/>
      </p:nvGrpSpPr>
      <p:grpSpPr>
        <a:xfrm>
          <a:off x="0" y="0"/>
          <a:ext cx="0" cy="0"/>
          <a:chOff x="0" y="0"/>
          <a:chExt cx="0" cy="0"/>
        </a:xfrm>
      </p:grpSpPr>
      <p:grpSp>
        <p:nvGrpSpPr>
          <p:cNvPr id="4" name="Grupo 3">
            <a:extLst>
              <a:ext uri="{FF2B5EF4-FFF2-40B4-BE49-F238E27FC236}">
                <a16:creationId xmlns:a16="http://schemas.microsoft.com/office/drawing/2014/main" id="{E1AA44F9-4D9B-B58B-32B6-5CC8410E7CBE}"/>
              </a:ext>
            </a:extLst>
          </p:cNvPr>
          <p:cNvGrpSpPr/>
          <p:nvPr/>
        </p:nvGrpSpPr>
        <p:grpSpPr>
          <a:xfrm>
            <a:off x="127025" y="2973319"/>
            <a:ext cx="14668990" cy="1772882"/>
            <a:chOff x="225180" y="3813593"/>
            <a:chExt cx="14668990" cy="1772882"/>
          </a:xfrm>
        </p:grpSpPr>
        <p:sp>
          <p:nvSpPr>
            <p:cNvPr id="8" name="Rectángulo redondeado 7">
              <a:extLst>
                <a:ext uri="{FF2B5EF4-FFF2-40B4-BE49-F238E27FC236}">
                  <a16:creationId xmlns:a16="http://schemas.microsoft.com/office/drawing/2014/main" id="{C4D1F524-44A5-F16E-9FD3-EE5EA5819EAD}"/>
                </a:ext>
              </a:extLst>
            </p:cNvPr>
            <p:cNvSpPr/>
            <p:nvPr/>
          </p:nvSpPr>
          <p:spPr>
            <a:xfrm>
              <a:off x="225180" y="4398064"/>
              <a:ext cx="14668990" cy="1188411"/>
            </a:xfrm>
            <a:prstGeom prst="roundRect">
              <a:avLst>
                <a:gd name="adj" fmla="val 9702"/>
              </a:avLst>
            </a:prstGeom>
            <a:solidFill>
              <a:schemeClr val="bg1"/>
            </a:solidFill>
            <a:ln>
              <a:solidFill>
                <a:schemeClr val="bg2">
                  <a:lumMod val="90000"/>
                </a:schemeClr>
              </a:solidFill>
            </a:ln>
          </p:spPr>
          <p:style>
            <a:lnRef idx="2">
              <a:schemeClr val="accent1">
                <a:shade val="15000"/>
              </a:schemeClr>
            </a:lnRef>
            <a:fillRef idx="1">
              <a:schemeClr val="accent1"/>
            </a:fillRef>
            <a:effectRef idx="0">
              <a:schemeClr val="accent1"/>
            </a:effectRef>
            <a:fontRef idx="minor">
              <a:schemeClr val="lt1"/>
            </a:fontRef>
          </p:style>
          <p:txBody>
            <a:bodyPr tIns="360000" rtlCol="0" anchor="t"/>
            <a:lstStyle/>
            <a:p>
              <a:pPr algn="just">
                <a:lnSpc>
                  <a:spcPct val="80000"/>
                </a:lnSpc>
              </a:pPr>
              <a:endParaRPr lang="es-ES_tradnl" sz="2400" i="1" dirty="0">
                <a:solidFill>
                  <a:schemeClr val="tx1"/>
                </a:solidFill>
              </a:endParaRPr>
            </a:p>
          </p:txBody>
        </p:sp>
        <p:sp>
          <p:nvSpPr>
            <p:cNvPr id="7" name="Rectángulo redondeado 6">
              <a:extLst>
                <a:ext uri="{FF2B5EF4-FFF2-40B4-BE49-F238E27FC236}">
                  <a16:creationId xmlns:a16="http://schemas.microsoft.com/office/drawing/2014/main" id="{15811AE5-F929-12ED-D44E-9D1519220278}"/>
                </a:ext>
              </a:extLst>
            </p:cNvPr>
            <p:cNvSpPr/>
            <p:nvPr/>
          </p:nvSpPr>
          <p:spPr>
            <a:xfrm>
              <a:off x="501325" y="3813593"/>
              <a:ext cx="5838092" cy="633046"/>
            </a:xfrm>
            <a:prstGeom prst="roundRect">
              <a:avLst/>
            </a:prstGeom>
            <a:gradFill>
              <a:gsLst>
                <a:gs pos="100000">
                  <a:srgbClr val="4196C9"/>
                </a:gs>
                <a:gs pos="0">
                  <a:srgbClr val="59C2E3"/>
                </a:gs>
              </a:gsLst>
              <a:lin ang="2700000" scaled="1"/>
            </a:gra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ES_tradnl" sz="2800" b="1" dirty="0"/>
                <a:t>INTRODUCCIÓN</a:t>
              </a:r>
            </a:p>
          </p:txBody>
        </p:sp>
      </p:grpSp>
      <p:grpSp>
        <p:nvGrpSpPr>
          <p:cNvPr id="6" name="Grupo 5">
            <a:extLst>
              <a:ext uri="{FF2B5EF4-FFF2-40B4-BE49-F238E27FC236}">
                <a16:creationId xmlns:a16="http://schemas.microsoft.com/office/drawing/2014/main" id="{88FB225B-2F62-B172-D75B-E02EF3836A0E}"/>
              </a:ext>
            </a:extLst>
          </p:cNvPr>
          <p:cNvGrpSpPr/>
          <p:nvPr/>
        </p:nvGrpSpPr>
        <p:grpSpPr>
          <a:xfrm>
            <a:off x="207596" y="4931856"/>
            <a:ext cx="14668990" cy="2339151"/>
            <a:chOff x="207596" y="5873201"/>
            <a:chExt cx="14668990" cy="2339151"/>
          </a:xfrm>
        </p:grpSpPr>
        <p:sp>
          <p:nvSpPr>
            <p:cNvPr id="14" name="Rectángulo redondeado 13">
              <a:extLst>
                <a:ext uri="{FF2B5EF4-FFF2-40B4-BE49-F238E27FC236}">
                  <a16:creationId xmlns:a16="http://schemas.microsoft.com/office/drawing/2014/main" id="{FC179AD0-ED02-975F-E151-1E1C61EAD8F2}"/>
                </a:ext>
              </a:extLst>
            </p:cNvPr>
            <p:cNvSpPr/>
            <p:nvPr/>
          </p:nvSpPr>
          <p:spPr>
            <a:xfrm>
              <a:off x="207596" y="6151617"/>
              <a:ext cx="14668990" cy="2060735"/>
            </a:xfrm>
            <a:prstGeom prst="roundRect">
              <a:avLst>
                <a:gd name="adj" fmla="val 9702"/>
              </a:avLst>
            </a:prstGeom>
            <a:solidFill>
              <a:schemeClr val="bg1"/>
            </a:solidFill>
            <a:ln>
              <a:solidFill>
                <a:schemeClr val="bg2">
                  <a:lumMod val="90000"/>
                </a:schemeClr>
              </a:solidFill>
            </a:ln>
          </p:spPr>
          <p:style>
            <a:lnRef idx="2">
              <a:schemeClr val="accent1">
                <a:shade val="15000"/>
              </a:schemeClr>
            </a:lnRef>
            <a:fillRef idx="1">
              <a:schemeClr val="accent1"/>
            </a:fillRef>
            <a:effectRef idx="0">
              <a:schemeClr val="accent1"/>
            </a:effectRef>
            <a:fontRef idx="minor">
              <a:schemeClr val="lt1"/>
            </a:fontRef>
          </p:style>
          <p:txBody>
            <a:bodyPr tIns="360000" rtlCol="0" anchor="t"/>
            <a:lstStyle/>
            <a:p>
              <a:pPr algn="just"/>
              <a:r>
                <a:rPr lang="es-ES" i="1" dirty="0">
                  <a:solidFill>
                    <a:schemeClr val="tx1"/>
                  </a:solidFill>
                </a:rPr>
                <a:t>Los archivos VCF de los exomas de Bart y </a:t>
              </a:r>
              <a:r>
                <a:rPr lang="es-ES" i="1" dirty="0" err="1">
                  <a:solidFill>
                    <a:schemeClr val="tx1"/>
                  </a:solidFill>
                </a:rPr>
                <a:t>Homer</a:t>
              </a:r>
              <a:r>
                <a:rPr lang="es-ES" i="1" dirty="0">
                  <a:solidFill>
                    <a:schemeClr val="tx1"/>
                  </a:solidFill>
                </a:rPr>
                <a:t> se procesaron mediante </a:t>
              </a:r>
              <a:r>
                <a:rPr lang="es-ES" i="1" dirty="0" err="1">
                  <a:solidFill>
                    <a:schemeClr val="tx1"/>
                  </a:solidFill>
                </a:rPr>
                <a:t>Ensembl</a:t>
              </a:r>
              <a:r>
                <a:rPr lang="es-ES" i="1" dirty="0">
                  <a:solidFill>
                    <a:schemeClr val="tx1"/>
                  </a:solidFill>
                </a:rPr>
                <a:t> VEP (hg38) para la anotación completa de variantes, marcando nomenclatura HGVS, frecuencias alélicas (</a:t>
              </a:r>
              <a:r>
                <a:rPr lang="es-ES" i="1" dirty="0" err="1">
                  <a:solidFill>
                    <a:schemeClr val="tx1"/>
                  </a:solidFill>
                </a:rPr>
                <a:t>gnomAD</a:t>
              </a:r>
              <a:r>
                <a:rPr lang="es-ES" i="1" dirty="0">
                  <a:solidFill>
                    <a:schemeClr val="tx1"/>
                  </a:solidFill>
                </a:rPr>
                <a:t>/1000 </a:t>
              </a:r>
              <a:r>
                <a:rPr lang="es-ES" i="1" dirty="0" err="1">
                  <a:solidFill>
                    <a:schemeClr val="tx1"/>
                  </a:solidFill>
                </a:rPr>
                <a:t>Genomes</a:t>
              </a:r>
              <a:r>
                <a:rPr lang="es-ES" i="1" dirty="0">
                  <a:solidFill>
                    <a:schemeClr val="tx1"/>
                  </a:solidFill>
                </a:rPr>
                <a:t>) y puntuaciones SIFT/</a:t>
              </a:r>
              <a:r>
                <a:rPr lang="es-ES" i="1" dirty="0" err="1">
                  <a:solidFill>
                    <a:schemeClr val="tx1"/>
                  </a:solidFill>
                </a:rPr>
                <a:t>PolyPhen</a:t>
              </a:r>
              <a:r>
                <a:rPr lang="es-ES" i="1" dirty="0">
                  <a:solidFill>
                    <a:schemeClr val="tx1"/>
                  </a:solidFill>
                </a:rPr>
                <a:t>. Las variantes </a:t>
              </a:r>
              <a:r>
                <a:rPr lang="es-ES" i="1" dirty="0" err="1">
                  <a:solidFill>
                    <a:schemeClr val="tx1"/>
                  </a:solidFill>
                </a:rPr>
                <a:t>missense</a:t>
              </a:r>
              <a:r>
                <a:rPr lang="es-ES" i="1" dirty="0">
                  <a:solidFill>
                    <a:schemeClr val="tx1"/>
                  </a:solidFill>
                </a:rPr>
                <a:t> se analizaron en detalle con </a:t>
              </a:r>
              <a:r>
                <a:rPr lang="es-ES" i="1" dirty="0" err="1">
                  <a:solidFill>
                    <a:schemeClr val="tx1"/>
                  </a:solidFill>
                </a:rPr>
                <a:t>Clustal</a:t>
              </a:r>
              <a:r>
                <a:rPr lang="es-ES" i="1" dirty="0">
                  <a:solidFill>
                    <a:schemeClr val="tx1"/>
                  </a:solidFill>
                </a:rPr>
                <a:t> Omega para conservación evolutiva y </a:t>
              </a:r>
              <a:r>
                <a:rPr lang="es-ES" i="1" dirty="0" err="1">
                  <a:solidFill>
                    <a:schemeClr val="tx1"/>
                  </a:solidFill>
                </a:rPr>
                <a:t>UniProt</a:t>
              </a:r>
              <a:r>
                <a:rPr lang="es-ES" i="1" dirty="0">
                  <a:solidFill>
                    <a:schemeClr val="tx1"/>
                  </a:solidFill>
                </a:rPr>
                <a:t> para identificación de dominios afectados. Las asociaciones patológicas y patrones de herencia se investigaron en OMIM, mientras que las implicaciones funcionales se exploraron mediante KEGG </a:t>
              </a:r>
              <a:r>
                <a:rPr lang="es-ES" i="1" dirty="0" err="1">
                  <a:solidFill>
                    <a:schemeClr val="tx1"/>
                  </a:solidFill>
                </a:rPr>
                <a:t>Pathways</a:t>
              </a:r>
              <a:r>
                <a:rPr lang="es-ES" i="1" dirty="0">
                  <a:solidFill>
                    <a:schemeClr val="tx1"/>
                  </a:solidFill>
                </a:rPr>
                <a:t> y </a:t>
              </a:r>
              <a:r>
                <a:rPr lang="es-ES" i="1" dirty="0" err="1">
                  <a:solidFill>
                    <a:schemeClr val="tx1"/>
                  </a:solidFill>
                </a:rPr>
                <a:t>Reactome</a:t>
              </a:r>
              <a:r>
                <a:rPr lang="es-ES" i="1" dirty="0">
                  <a:solidFill>
                    <a:schemeClr val="tx1"/>
                  </a:solidFill>
                </a:rPr>
                <a:t>. Finalmente, se empleó UCSC </a:t>
              </a:r>
              <a:r>
                <a:rPr lang="es-ES" i="1" dirty="0" err="1">
                  <a:solidFill>
                    <a:schemeClr val="tx1"/>
                  </a:solidFill>
                </a:rPr>
                <a:t>Genome</a:t>
              </a:r>
              <a:r>
                <a:rPr lang="es-ES" i="1" dirty="0">
                  <a:solidFill>
                    <a:schemeClr val="tx1"/>
                  </a:solidFill>
                </a:rPr>
                <a:t> Browser para la visualización genómica y validación de coordenadas.</a:t>
              </a:r>
              <a:endParaRPr lang="es-ES_tradnl" sz="2400" i="1" dirty="0">
                <a:solidFill>
                  <a:schemeClr val="tx1"/>
                </a:solidFill>
              </a:endParaRPr>
            </a:p>
          </p:txBody>
        </p:sp>
        <p:sp>
          <p:nvSpPr>
            <p:cNvPr id="15" name="Rectángulo redondeado 14">
              <a:extLst>
                <a:ext uri="{FF2B5EF4-FFF2-40B4-BE49-F238E27FC236}">
                  <a16:creationId xmlns:a16="http://schemas.microsoft.com/office/drawing/2014/main" id="{51C45BDA-AC75-EE13-A211-698BB3CF2EDC}"/>
                </a:ext>
              </a:extLst>
            </p:cNvPr>
            <p:cNvSpPr/>
            <p:nvPr/>
          </p:nvSpPr>
          <p:spPr>
            <a:xfrm>
              <a:off x="500674" y="5873201"/>
              <a:ext cx="5838092" cy="633046"/>
            </a:xfrm>
            <a:prstGeom prst="roundRect">
              <a:avLst/>
            </a:prstGeom>
            <a:gradFill>
              <a:gsLst>
                <a:gs pos="100000">
                  <a:srgbClr val="4196C9"/>
                </a:gs>
                <a:gs pos="0">
                  <a:srgbClr val="59C2E3"/>
                </a:gs>
              </a:gsLst>
              <a:lin ang="2700000" scaled="1"/>
            </a:gra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ES_tradnl" sz="2800" b="1" dirty="0"/>
                <a:t>METODOLOGÍA</a:t>
              </a:r>
            </a:p>
          </p:txBody>
        </p:sp>
      </p:grpSp>
      <p:grpSp>
        <p:nvGrpSpPr>
          <p:cNvPr id="9" name="Grupo 8">
            <a:extLst>
              <a:ext uri="{FF2B5EF4-FFF2-40B4-BE49-F238E27FC236}">
                <a16:creationId xmlns:a16="http://schemas.microsoft.com/office/drawing/2014/main" id="{0449220D-F047-A208-80A5-ECB282B1A62A}"/>
              </a:ext>
            </a:extLst>
          </p:cNvPr>
          <p:cNvGrpSpPr/>
          <p:nvPr/>
        </p:nvGrpSpPr>
        <p:grpSpPr>
          <a:xfrm>
            <a:off x="207596" y="7336997"/>
            <a:ext cx="14668990" cy="8166199"/>
            <a:chOff x="225180" y="8290675"/>
            <a:chExt cx="14668990" cy="9782603"/>
          </a:xfrm>
        </p:grpSpPr>
        <p:sp>
          <p:nvSpPr>
            <p:cNvPr id="16" name="Rectángulo redondeado 15">
              <a:extLst>
                <a:ext uri="{FF2B5EF4-FFF2-40B4-BE49-F238E27FC236}">
                  <a16:creationId xmlns:a16="http://schemas.microsoft.com/office/drawing/2014/main" id="{F757B5F2-E57A-7217-E1AA-4D7E21F42FA0}"/>
                </a:ext>
              </a:extLst>
            </p:cNvPr>
            <p:cNvSpPr/>
            <p:nvPr/>
          </p:nvSpPr>
          <p:spPr>
            <a:xfrm>
              <a:off x="225180" y="8607196"/>
              <a:ext cx="14668990" cy="9466082"/>
            </a:xfrm>
            <a:prstGeom prst="roundRect">
              <a:avLst>
                <a:gd name="adj" fmla="val 1988"/>
              </a:avLst>
            </a:prstGeom>
            <a:solidFill>
              <a:schemeClr val="bg1"/>
            </a:solidFill>
            <a:ln>
              <a:solidFill>
                <a:schemeClr val="bg2">
                  <a:lumMod val="90000"/>
                </a:schemeClr>
              </a:solidFill>
            </a:ln>
          </p:spPr>
          <p:style>
            <a:lnRef idx="2">
              <a:schemeClr val="accent1">
                <a:shade val="15000"/>
              </a:schemeClr>
            </a:lnRef>
            <a:fillRef idx="1">
              <a:schemeClr val="accent1"/>
            </a:fillRef>
            <a:effectRef idx="0">
              <a:schemeClr val="accent1"/>
            </a:effectRef>
            <a:fontRef idx="minor">
              <a:schemeClr val="lt1"/>
            </a:fontRef>
          </p:style>
          <p:txBody>
            <a:bodyPr tIns="360000" rtlCol="0" anchor="t"/>
            <a:lstStyle/>
            <a:p>
              <a:pPr algn="just">
                <a:lnSpc>
                  <a:spcPct val="80000"/>
                </a:lnSpc>
              </a:pPr>
              <a:endParaRPr lang="es-ES_tradnl" sz="2400" i="1" dirty="0">
                <a:solidFill>
                  <a:schemeClr val="tx1"/>
                </a:solidFill>
              </a:endParaRPr>
            </a:p>
          </p:txBody>
        </p:sp>
        <p:sp>
          <p:nvSpPr>
            <p:cNvPr id="17" name="Rectángulo redondeado 16">
              <a:extLst>
                <a:ext uri="{FF2B5EF4-FFF2-40B4-BE49-F238E27FC236}">
                  <a16:creationId xmlns:a16="http://schemas.microsoft.com/office/drawing/2014/main" id="{D2CE81C2-DE7D-86C0-BE63-0B1C502B9BDA}"/>
                </a:ext>
              </a:extLst>
            </p:cNvPr>
            <p:cNvSpPr/>
            <p:nvPr/>
          </p:nvSpPr>
          <p:spPr>
            <a:xfrm>
              <a:off x="518258" y="8290675"/>
              <a:ext cx="5838092" cy="633046"/>
            </a:xfrm>
            <a:prstGeom prst="roundRect">
              <a:avLst/>
            </a:prstGeom>
            <a:gradFill>
              <a:gsLst>
                <a:gs pos="100000">
                  <a:srgbClr val="4196C9"/>
                </a:gs>
                <a:gs pos="0">
                  <a:srgbClr val="59C2E3"/>
                </a:gs>
              </a:gsLst>
              <a:lin ang="2700000" scaled="1"/>
            </a:gra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ES_tradnl" sz="2800" b="1" dirty="0"/>
                <a:t>RESULTADOS</a:t>
              </a:r>
            </a:p>
          </p:txBody>
        </p:sp>
      </p:grpSp>
      <p:pic>
        <p:nvPicPr>
          <p:cNvPr id="1028" name="Picture 4">
            <a:extLst>
              <a:ext uri="{FF2B5EF4-FFF2-40B4-BE49-F238E27FC236}">
                <a16:creationId xmlns:a16="http://schemas.microsoft.com/office/drawing/2014/main" id="{D59CAA55-5763-DE38-517F-B4583DC84AC1}"/>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2550767" y="-95516"/>
            <a:ext cx="2325820" cy="1400890"/>
          </a:xfrm>
          <a:prstGeom prst="rect">
            <a:avLst/>
          </a:prstGeom>
          <a:noFill/>
          <a:extLst>
            <a:ext uri="{909E8E84-426E-40DD-AFC4-6F175D3DCCD1}">
              <a14:hiddenFill xmlns:a14="http://schemas.microsoft.com/office/drawing/2010/main">
                <a:solidFill>
                  <a:srgbClr val="FFFFFF"/>
                </a:solidFill>
              </a14:hiddenFill>
            </a:ext>
          </a:extLst>
        </p:spPr>
      </p:pic>
      <p:grpSp>
        <p:nvGrpSpPr>
          <p:cNvPr id="18" name="Grupo 17">
            <a:extLst>
              <a:ext uri="{FF2B5EF4-FFF2-40B4-BE49-F238E27FC236}">
                <a16:creationId xmlns:a16="http://schemas.microsoft.com/office/drawing/2014/main" id="{7943CC5D-1654-184E-A7EC-A76F98FA9E8B}"/>
              </a:ext>
            </a:extLst>
          </p:cNvPr>
          <p:cNvGrpSpPr>
            <a:grpSpLocks noChangeAspect="1"/>
          </p:cNvGrpSpPr>
          <p:nvPr/>
        </p:nvGrpSpPr>
        <p:grpSpPr>
          <a:xfrm>
            <a:off x="0" y="-5895"/>
            <a:ext cx="3397496" cy="2303046"/>
            <a:chOff x="0" y="-5895"/>
            <a:chExt cx="4834200" cy="3276938"/>
          </a:xfrm>
        </p:grpSpPr>
        <p:pic>
          <p:nvPicPr>
            <p:cNvPr id="5" name="Imagen 4">
              <a:extLst>
                <a:ext uri="{FF2B5EF4-FFF2-40B4-BE49-F238E27FC236}">
                  <a16:creationId xmlns:a16="http://schemas.microsoft.com/office/drawing/2014/main" id="{7E5760BA-D4D0-7C9E-76ED-065ED11398EB}"/>
                </a:ext>
              </a:extLst>
            </p:cNvPr>
            <p:cNvPicPr>
              <a:picLocks noChangeAspect="1"/>
            </p:cNvPicPr>
            <p:nvPr/>
          </p:nvPicPr>
          <p:blipFill>
            <a:blip r:embed="rId3"/>
            <a:stretch>
              <a:fillRect/>
            </a:stretch>
          </p:blipFill>
          <p:spPr>
            <a:xfrm>
              <a:off x="0" y="-5895"/>
              <a:ext cx="4834200" cy="3276938"/>
            </a:xfrm>
            <a:prstGeom prst="rect">
              <a:avLst/>
            </a:prstGeom>
          </p:spPr>
        </p:pic>
        <p:sp>
          <p:nvSpPr>
            <p:cNvPr id="2" name="Rectángulo 1">
              <a:extLst>
                <a:ext uri="{FF2B5EF4-FFF2-40B4-BE49-F238E27FC236}">
                  <a16:creationId xmlns:a16="http://schemas.microsoft.com/office/drawing/2014/main" id="{4D86C97A-A2AB-20A7-3EB2-1F46C5416136}"/>
                </a:ext>
              </a:extLst>
            </p:cNvPr>
            <p:cNvSpPr/>
            <p:nvPr/>
          </p:nvSpPr>
          <p:spPr>
            <a:xfrm>
              <a:off x="964642" y="1549130"/>
              <a:ext cx="2257529" cy="671556"/>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_tradnl"/>
            </a:p>
          </p:txBody>
        </p:sp>
      </p:grpSp>
      <p:sp>
        <p:nvSpPr>
          <p:cNvPr id="3" name="Rectángulo redondeado 2">
            <a:extLst>
              <a:ext uri="{FF2B5EF4-FFF2-40B4-BE49-F238E27FC236}">
                <a16:creationId xmlns:a16="http://schemas.microsoft.com/office/drawing/2014/main" id="{70138B42-E335-E05D-E193-37141538289E}"/>
              </a:ext>
            </a:extLst>
          </p:cNvPr>
          <p:cNvSpPr/>
          <p:nvPr/>
        </p:nvSpPr>
        <p:spPr>
          <a:xfrm>
            <a:off x="677955" y="1320342"/>
            <a:ext cx="13763441" cy="1516015"/>
          </a:xfrm>
          <a:prstGeom prst="roundRect">
            <a:avLst>
              <a:gd name="adj" fmla="val 9702"/>
            </a:avLst>
          </a:prstGeom>
          <a:solidFill>
            <a:srgbClr val="4196C9"/>
          </a:solidFill>
          <a:ln>
            <a:noFill/>
          </a:ln>
        </p:spPr>
        <p:style>
          <a:lnRef idx="2">
            <a:schemeClr val="accent1">
              <a:shade val="15000"/>
            </a:schemeClr>
          </a:lnRef>
          <a:fillRef idx="1">
            <a:schemeClr val="accent1"/>
          </a:fillRef>
          <a:effectRef idx="0">
            <a:schemeClr val="accent1"/>
          </a:effectRef>
          <a:fontRef idx="minor">
            <a:schemeClr val="lt1"/>
          </a:fontRef>
        </p:style>
        <p:txBody>
          <a:bodyPr lIns="90000" tIns="46800" rtlCol="0" anchor="ctr"/>
          <a:lstStyle/>
          <a:p>
            <a:pPr algn="ctr"/>
            <a:r>
              <a:rPr lang="es-ES" sz="4000" dirty="0"/>
              <a:t>Anotación e interpretación de variantes</a:t>
            </a:r>
          </a:p>
          <a:p>
            <a:pPr algn="ctr">
              <a:lnSpc>
                <a:spcPct val="80000"/>
              </a:lnSpc>
            </a:pPr>
            <a:r>
              <a:rPr lang="es-ES" sz="2800" dirty="0"/>
              <a:t>Genética clínica y de poblaciones</a:t>
            </a:r>
            <a:endParaRPr lang="es-ES_tradnl" sz="3600" b="1" i="1" dirty="0">
              <a:solidFill>
                <a:schemeClr val="bg1"/>
              </a:solidFill>
            </a:endParaRPr>
          </a:p>
          <a:p>
            <a:pPr algn="ctr">
              <a:lnSpc>
                <a:spcPct val="80000"/>
              </a:lnSpc>
            </a:pPr>
            <a:r>
              <a:rPr lang="es-ES" dirty="0"/>
              <a:t>Lidia Conde Matos, Lucia Martinez Garrido, Miguel Grande </a:t>
            </a:r>
            <a:r>
              <a:rPr lang="es-ES" dirty="0" err="1"/>
              <a:t>Falceto</a:t>
            </a:r>
            <a:r>
              <a:rPr lang="es-ES" dirty="0"/>
              <a:t>, Paula Andrea Sanchez </a:t>
            </a:r>
            <a:r>
              <a:rPr lang="es-ES" dirty="0" err="1"/>
              <a:t>Alvarez</a:t>
            </a:r>
            <a:r>
              <a:rPr lang="es-ES" dirty="0"/>
              <a:t>, Elena Martinez Garrido. </a:t>
            </a:r>
            <a:endParaRPr lang="es-ES_tradnl" b="1" i="1" dirty="0">
              <a:solidFill>
                <a:schemeClr val="bg1"/>
              </a:solidFill>
            </a:endParaRPr>
          </a:p>
        </p:txBody>
      </p:sp>
      <p:grpSp>
        <p:nvGrpSpPr>
          <p:cNvPr id="33" name="Grupo 32">
            <a:extLst>
              <a:ext uri="{FF2B5EF4-FFF2-40B4-BE49-F238E27FC236}">
                <a16:creationId xmlns:a16="http://schemas.microsoft.com/office/drawing/2014/main" id="{2C6C9477-586D-D4FB-ADEE-063D77B3A812}"/>
              </a:ext>
            </a:extLst>
          </p:cNvPr>
          <p:cNvGrpSpPr/>
          <p:nvPr/>
        </p:nvGrpSpPr>
        <p:grpSpPr>
          <a:xfrm>
            <a:off x="310835" y="15717134"/>
            <a:ext cx="9095800" cy="5666491"/>
            <a:chOff x="328420" y="15717134"/>
            <a:chExt cx="9095800" cy="3778353"/>
          </a:xfrm>
        </p:grpSpPr>
        <p:sp>
          <p:nvSpPr>
            <p:cNvPr id="34" name="Rectángulo redondeado 33">
              <a:extLst>
                <a:ext uri="{FF2B5EF4-FFF2-40B4-BE49-F238E27FC236}">
                  <a16:creationId xmlns:a16="http://schemas.microsoft.com/office/drawing/2014/main" id="{1B34C5B1-3A9B-391B-803D-711026F44639}"/>
                </a:ext>
              </a:extLst>
            </p:cNvPr>
            <p:cNvSpPr/>
            <p:nvPr/>
          </p:nvSpPr>
          <p:spPr>
            <a:xfrm>
              <a:off x="328420" y="15967267"/>
              <a:ext cx="9095800" cy="3528220"/>
            </a:xfrm>
            <a:prstGeom prst="roundRect">
              <a:avLst>
                <a:gd name="adj" fmla="val 9702"/>
              </a:avLst>
            </a:prstGeom>
            <a:solidFill>
              <a:schemeClr val="bg1"/>
            </a:solidFill>
            <a:ln>
              <a:solidFill>
                <a:schemeClr val="bg2">
                  <a:lumMod val="90000"/>
                </a:schemeClr>
              </a:solidFill>
            </a:ln>
          </p:spPr>
          <p:style>
            <a:lnRef idx="2">
              <a:schemeClr val="accent1">
                <a:shade val="15000"/>
              </a:schemeClr>
            </a:lnRef>
            <a:fillRef idx="1">
              <a:schemeClr val="accent1"/>
            </a:fillRef>
            <a:effectRef idx="0">
              <a:schemeClr val="accent1"/>
            </a:effectRef>
            <a:fontRef idx="minor">
              <a:schemeClr val="lt1"/>
            </a:fontRef>
          </p:style>
          <p:txBody>
            <a:bodyPr tIns="360000" rtlCol="0" anchor="t"/>
            <a:lstStyle/>
            <a:p>
              <a:pPr algn="just">
                <a:lnSpc>
                  <a:spcPct val="80000"/>
                </a:lnSpc>
              </a:pPr>
              <a:endParaRPr lang="es-ES_tradnl" dirty="0">
                <a:solidFill>
                  <a:schemeClr val="tx1"/>
                </a:solidFill>
              </a:endParaRPr>
            </a:p>
          </p:txBody>
        </p:sp>
        <p:sp>
          <p:nvSpPr>
            <p:cNvPr id="35" name="Rectángulo redondeado 34">
              <a:extLst>
                <a:ext uri="{FF2B5EF4-FFF2-40B4-BE49-F238E27FC236}">
                  <a16:creationId xmlns:a16="http://schemas.microsoft.com/office/drawing/2014/main" id="{3BC039B6-C9D2-02F3-8F27-C85043A7CC84}"/>
                </a:ext>
              </a:extLst>
            </p:cNvPr>
            <p:cNvSpPr/>
            <p:nvPr/>
          </p:nvSpPr>
          <p:spPr>
            <a:xfrm>
              <a:off x="496035" y="15717134"/>
              <a:ext cx="5838092" cy="633046"/>
            </a:xfrm>
            <a:prstGeom prst="roundRect">
              <a:avLst/>
            </a:prstGeom>
            <a:gradFill>
              <a:gsLst>
                <a:gs pos="100000">
                  <a:srgbClr val="4196C9"/>
                </a:gs>
                <a:gs pos="0">
                  <a:srgbClr val="59C2E3"/>
                </a:gs>
              </a:gsLst>
              <a:lin ang="2700000" scaled="1"/>
            </a:gra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ES_tradnl" sz="2800" b="1" dirty="0"/>
                <a:t>DISCUSIÓN</a:t>
              </a:r>
            </a:p>
          </p:txBody>
        </p:sp>
      </p:grpSp>
      <p:grpSp>
        <p:nvGrpSpPr>
          <p:cNvPr id="36" name="Grupo 35">
            <a:extLst>
              <a:ext uri="{FF2B5EF4-FFF2-40B4-BE49-F238E27FC236}">
                <a16:creationId xmlns:a16="http://schemas.microsoft.com/office/drawing/2014/main" id="{7CDA7380-1384-C476-FC20-7A4A09E7B7FE}"/>
              </a:ext>
            </a:extLst>
          </p:cNvPr>
          <p:cNvGrpSpPr/>
          <p:nvPr/>
        </p:nvGrpSpPr>
        <p:grpSpPr>
          <a:xfrm>
            <a:off x="9509873" y="17303689"/>
            <a:ext cx="5366712" cy="3844742"/>
            <a:chOff x="7784856" y="17303689"/>
            <a:chExt cx="7109314" cy="3844742"/>
          </a:xfrm>
        </p:grpSpPr>
        <p:sp>
          <p:nvSpPr>
            <p:cNvPr id="37" name="Rectángulo redondeado 36">
              <a:extLst>
                <a:ext uri="{FF2B5EF4-FFF2-40B4-BE49-F238E27FC236}">
                  <a16:creationId xmlns:a16="http://schemas.microsoft.com/office/drawing/2014/main" id="{367F38DE-6476-4ED5-51AD-7070BD6A603F}"/>
                </a:ext>
              </a:extLst>
            </p:cNvPr>
            <p:cNvSpPr/>
            <p:nvPr/>
          </p:nvSpPr>
          <p:spPr>
            <a:xfrm>
              <a:off x="7784856" y="17620211"/>
              <a:ext cx="7109314" cy="3528220"/>
            </a:xfrm>
            <a:prstGeom prst="roundRect">
              <a:avLst>
                <a:gd name="adj" fmla="val 9702"/>
              </a:avLst>
            </a:prstGeom>
            <a:solidFill>
              <a:schemeClr val="bg1"/>
            </a:solidFill>
            <a:ln>
              <a:solidFill>
                <a:schemeClr val="bg2">
                  <a:lumMod val="90000"/>
                </a:schemeClr>
              </a:solidFill>
            </a:ln>
          </p:spPr>
          <p:style>
            <a:lnRef idx="2">
              <a:schemeClr val="accent1">
                <a:shade val="15000"/>
              </a:schemeClr>
            </a:lnRef>
            <a:fillRef idx="1">
              <a:schemeClr val="accent1"/>
            </a:fillRef>
            <a:effectRef idx="0">
              <a:schemeClr val="accent1"/>
            </a:effectRef>
            <a:fontRef idx="minor">
              <a:schemeClr val="lt1"/>
            </a:fontRef>
          </p:style>
          <p:txBody>
            <a:bodyPr tIns="360000" rtlCol="0" anchor="t"/>
            <a:lstStyle/>
            <a:p>
              <a:pPr algn="just">
                <a:lnSpc>
                  <a:spcPct val="80000"/>
                </a:lnSpc>
              </a:pPr>
              <a:r>
                <a:rPr lang="es-ES_tradnl" i="1" dirty="0">
                  <a:solidFill>
                    <a:schemeClr val="tx1"/>
                  </a:solidFill>
                </a:rPr>
                <a:t>Resumen principal de hallazgos y limitaciones del análisis si aplica</a:t>
              </a:r>
              <a:endParaRPr lang="es-ES_tradnl" sz="2400" i="1" dirty="0">
                <a:solidFill>
                  <a:schemeClr val="tx1"/>
                </a:solidFill>
              </a:endParaRPr>
            </a:p>
          </p:txBody>
        </p:sp>
        <p:sp>
          <p:nvSpPr>
            <p:cNvPr id="38" name="Rectángulo redondeado 37">
              <a:extLst>
                <a:ext uri="{FF2B5EF4-FFF2-40B4-BE49-F238E27FC236}">
                  <a16:creationId xmlns:a16="http://schemas.microsoft.com/office/drawing/2014/main" id="{0757AA33-190F-8E74-0CAC-D7C442BACE75}"/>
                </a:ext>
              </a:extLst>
            </p:cNvPr>
            <p:cNvSpPr/>
            <p:nvPr/>
          </p:nvSpPr>
          <p:spPr>
            <a:xfrm>
              <a:off x="8077933" y="17303689"/>
              <a:ext cx="5838092" cy="633046"/>
            </a:xfrm>
            <a:prstGeom prst="roundRect">
              <a:avLst/>
            </a:prstGeom>
            <a:gradFill>
              <a:gsLst>
                <a:gs pos="100000">
                  <a:srgbClr val="4196C9"/>
                </a:gs>
                <a:gs pos="0">
                  <a:srgbClr val="59C2E3"/>
                </a:gs>
              </a:gsLst>
              <a:lin ang="2700000" scaled="1"/>
            </a:gra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ES_tradnl" sz="2800" b="1" dirty="0"/>
                <a:t>CONCLUSIONES</a:t>
              </a:r>
            </a:p>
          </p:txBody>
        </p:sp>
      </p:grpSp>
      <p:sp>
        <p:nvSpPr>
          <p:cNvPr id="39" name="Rectángulo redondeado 38">
            <a:extLst>
              <a:ext uri="{FF2B5EF4-FFF2-40B4-BE49-F238E27FC236}">
                <a16:creationId xmlns:a16="http://schemas.microsoft.com/office/drawing/2014/main" id="{05ACB882-C17A-7163-5754-50C1DB29AA22}"/>
              </a:ext>
            </a:extLst>
          </p:cNvPr>
          <p:cNvSpPr/>
          <p:nvPr/>
        </p:nvSpPr>
        <p:spPr>
          <a:xfrm>
            <a:off x="518258" y="8329514"/>
            <a:ext cx="13959752" cy="633046"/>
          </a:xfrm>
          <a:prstGeom prst="round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nSpc>
                <a:spcPct val="80000"/>
              </a:lnSpc>
              <a:defRPr/>
            </a:pPr>
            <a:r>
              <a:rPr kumimoji="0" lang="es-ES_tradnl" sz="1800" b="1" i="0" u="none" strike="noStrike" kern="1200" cap="none" spc="0" normalizeH="0" baseline="0" noProof="0" dirty="0">
                <a:ln>
                  <a:noFill/>
                </a:ln>
                <a:solidFill>
                  <a:srgbClr val="4196C9"/>
                </a:solidFill>
                <a:effectLst/>
                <a:uLnTx/>
                <a:uFillTx/>
                <a:latin typeface="Aptos" panose="02110004020202020204"/>
                <a:ea typeface="+mn-ea"/>
                <a:cs typeface="+mn-cs"/>
              </a:rPr>
              <a:t>Figura 1. </a:t>
            </a:r>
            <a:r>
              <a:rPr lang="es-ES" dirty="0">
                <a:solidFill>
                  <a:prstClr val="black"/>
                </a:solidFill>
              </a:rPr>
              <a:t>Alineamiento de secuencias ortólogas (</a:t>
            </a:r>
            <a:r>
              <a:rPr lang="es-ES" dirty="0" err="1">
                <a:solidFill>
                  <a:prstClr val="black"/>
                </a:solidFill>
              </a:rPr>
              <a:t>Clustal</a:t>
            </a:r>
            <a:r>
              <a:rPr lang="es-ES" dirty="0">
                <a:solidFill>
                  <a:prstClr val="black"/>
                </a:solidFill>
              </a:rPr>
              <a:t> Omega) mostrando la conservación del aminoácido afectado (LEPR) por la variante entre diferentes especies.</a:t>
            </a:r>
            <a:endParaRPr kumimoji="0" lang="es-ES_tradnl"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40" name="Rectángulo redondeado 39">
            <a:extLst>
              <a:ext uri="{FF2B5EF4-FFF2-40B4-BE49-F238E27FC236}">
                <a16:creationId xmlns:a16="http://schemas.microsoft.com/office/drawing/2014/main" id="{3F03464F-6AD8-145A-F4F0-58880920BB73}"/>
              </a:ext>
            </a:extLst>
          </p:cNvPr>
          <p:cNvSpPr/>
          <p:nvPr/>
        </p:nvSpPr>
        <p:spPr>
          <a:xfrm>
            <a:off x="562215" y="10779073"/>
            <a:ext cx="13959752" cy="633046"/>
          </a:xfrm>
          <a:prstGeom prst="round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nSpc>
                <a:spcPct val="80000"/>
              </a:lnSpc>
              <a:defRPr/>
            </a:pPr>
            <a:r>
              <a:rPr lang="es-ES_tradnl" b="1" dirty="0">
                <a:solidFill>
                  <a:srgbClr val="4196C9"/>
                </a:solidFill>
                <a:latin typeface="Aptos" panose="02110004020202020204"/>
              </a:rPr>
              <a:t>Tabla 1</a:t>
            </a:r>
            <a:r>
              <a:rPr kumimoji="0" lang="es-ES_tradnl" sz="1800" b="1" i="0" u="none" strike="noStrike" kern="1200" cap="none" spc="0" normalizeH="0" baseline="0" noProof="0" dirty="0">
                <a:ln>
                  <a:noFill/>
                </a:ln>
                <a:solidFill>
                  <a:srgbClr val="4196C9"/>
                </a:solidFill>
                <a:effectLst/>
                <a:uLnTx/>
                <a:uFillTx/>
                <a:latin typeface="Aptos" panose="02110004020202020204"/>
                <a:ea typeface="+mn-ea"/>
                <a:cs typeface="+mn-cs"/>
              </a:rPr>
              <a:t>.</a:t>
            </a:r>
            <a:r>
              <a:rPr kumimoji="0" lang="es-ES" sz="1800" b="1" i="0" u="none" strike="noStrike" kern="1200" cap="none" spc="0" normalizeH="0" baseline="0" noProof="0" dirty="0">
                <a:ln>
                  <a:noFill/>
                </a:ln>
                <a:solidFill>
                  <a:schemeClr val="tx1"/>
                </a:solidFill>
                <a:effectLst/>
                <a:uLnTx/>
                <a:uFillTx/>
                <a:latin typeface="Aptos" panose="02110004020202020204"/>
                <a:ea typeface="+mn-ea"/>
                <a:cs typeface="+mn-cs"/>
              </a:rPr>
              <a:t> </a:t>
            </a:r>
            <a:r>
              <a:rPr lang="es-ES" dirty="0">
                <a:solidFill>
                  <a:schemeClr val="tx1"/>
                </a:solidFill>
              </a:rPr>
              <a:t>Nomenclatura y Clasificación de las Variantes Detectadas</a:t>
            </a:r>
            <a:endParaRPr kumimoji="0" lang="es-ES_tradnl" sz="1800" b="0" i="0" u="none" strike="noStrike" kern="1200" cap="none" spc="0" normalizeH="0" baseline="0" noProof="0" dirty="0">
              <a:ln>
                <a:noFill/>
              </a:ln>
              <a:solidFill>
                <a:schemeClr val="tx1"/>
              </a:solidFill>
              <a:effectLst/>
              <a:uLnTx/>
              <a:uFillTx/>
              <a:latin typeface="Aptos" panose="02110004020202020204"/>
              <a:ea typeface="+mn-ea"/>
              <a:cs typeface="+mn-cs"/>
            </a:endParaRPr>
          </a:p>
        </p:txBody>
      </p:sp>
      <p:sp>
        <p:nvSpPr>
          <p:cNvPr id="13" name="Rectángulo 12"/>
          <p:cNvSpPr/>
          <p:nvPr/>
        </p:nvSpPr>
        <p:spPr>
          <a:xfrm>
            <a:off x="292592" y="3612790"/>
            <a:ext cx="14601577" cy="1477328"/>
          </a:xfrm>
          <a:prstGeom prst="rect">
            <a:avLst/>
          </a:prstGeom>
        </p:spPr>
        <p:txBody>
          <a:bodyPr wrap="square">
            <a:spAutoFit/>
          </a:bodyPr>
          <a:lstStyle/>
          <a:p>
            <a:r>
              <a:rPr lang="es-ES" i="1" dirty="0"/>
              <a:t>Este estudio realiza un análisis de </a:t>
            </a:r>
            <a:r>
              <a:rPr lang="es-ES" i="1" dirty="0" err="1"/>
              <a:t>exoma</a:t>
            </a:r>
            <a:r>
              <a:rPr lang="es-ES" i="1" dirty="0"/>
              <a:t> completo para identificar variantes hereditarias en un núcleo familiar. El objetivo es la interpretación clínica de archivos .</a:t>
            </a:r>
            <a:r>
              <a:rPr lang="es-ES" i="1" dirty="0" err="1"/>
              <a:t>vcf</a:t>
            </a:r>
            <a:r>
              <a:rPr lang="es-ES" i="1" dirty="0"/>
              <a:t> en genes críticos como LEPR y TP53. Mediante herramientas bioinformáticas (SIFT, PolyPhen-2) y bases de datos como OMIM, se discriminan polimorfismos benignos de mutaciones patogénicas. Esto permite establecer correlaciones genotipo-fenotipo y evaluar riesgos de enfermedades graves, garantizando un diagnóstico genético preciso.</a:t>
            </a:r>
          </a:p>
        </p:txBody>
      </p:sp>
      <p:pic>
        <p:nvPicPr>
          <p:cNvPr id="11" name="Imagen 10">
            <a:extLst>
              <a:ext uri="{FF2B5EF4-FFF2-40B4-BE49-F238E27FC236}">
                <a16:creationId xmlns:a16="http://schemas.microsoft.com/office/drawing/2014/main" id="{5C9722D1-DCA3-6BD8-BB64-02FF9D6E0138}"/>
              </a:ext>
            </a:extLst>
          </p:cNvPr>
          <p:cNvPicPr>
            <a:picLocks noChangeAspect="1"/>
          </p:cNvPicPr>
          <p:nvPr/>
        </p:nvPicPr>
        <p:blipFill>
          <a:blip r:embed="rId4"/>
          <a:stretch>
            <a:fillRect/>
          </a:stretch>
        </p:blipFill>
        <p:spPr>
          <a:xfrm>
            <a:off x="858498" y="9279081"/>
            <a:ext cx="8668960" cy="1286054"/>
          </a:xfrm>
          <a:prstGeom prst="rect">
            <a:avLst/>
          </a:prstGeom>
        </p:spPr>
      </p:pic>
      <p:graphicFrame>
        <p:nvGraphicFramePr>
          <p:cNvPr id="12" name="Table 11">
            <a:extLst>
              <a:ext uri="{FF2B5EF4-FFF2-40B4-BE49-F238E27FC236}">
                <a16:creationId xmlns:a16="http://schemas.microsoft.com/office/drawing/2014/main" id="{9D1ACA0D-CF67-08FF-B309-25202B2D7265}"/>
              </a:ext>
            </a:extLst>
          </p:cNvPr>
          <p:cNvGraphicFramePr>
            <a:graphicFrameLocks noGrp="1"/>
          </p:cNvGraphicFramePr>
          <p:nvPr>
            <p:extLst>
              <p:ext uri="{D42A27DB-BD31-4B8C-83A1-F6EECF244321}">
                <p14:modId xmlns:p14="http://schemas.microsoft.com/office/powerpoint/2010/main" val="3635953000"/>
              </p:ext>
            </p:extLst>
          </p:nvPr>
        </p:nvGraphicFramePr>
        <p:xfrm>
          <a:off x="1264975" y="11508373"/>
          <a:ext cx="12589400" cy="3625018"/>
        </p:xfrm>
        <a:graphic>
          <a:graphicData uri="http://schemas.openxmlformats.org/drawingml/2006/table">
            <a:tbl>
              <a:tblPr firstRow="1">
                <a:tableStyleId>{69C7853C-536D-4A76-A0AE-DD22124D55A5}</a:tableStyleId>
              </a:tblPr>
              <a:tblGrid>
                <a:gridCol w="2517880">
                  <a:extLst>
                    <a:ext uri="{9D8B030D-6E8A-4147-A177-3AD203B41FA5}">
                      <a16:colId xmlns:a16="http://schemas.microsoft.com/office/drawing/2014/main" val="1125714231"/>
                    </a:ext>
                  </a:extLst>
                </a:gridCol>
                <a:gridCol w="2517880">
                  <a:extLst>
                    <a:ext uri="{9D8B030D-6E8A-4147-A177-3AD203B41FA5}">
                      <a16:colId xmlns:a16="http://schemas.microsoft.com/office/drawing/2014/main" val="579523154"/>
                    </a:ext>
                  </a:extLst>
                </a:gridCol>
                <a:gridCol w="2517880">
                  <a:extLst>
                    <a:ext uri="{9D8B030D-6E8A-4147-A177-3AD203B41FA5}">
                      <a16:colId xmlns:a16="http://schemas.microsoft.com/office/drawing/2014/main" val="1317236247"/>
                    </a:ext>
                  </a:extLst>
                </a:gridCol>
                <a:gridCol w="2517880">
                  <a:extLst>
                    <a:ext uri="{9D8B030D-6E8A-4147-A177-3AD203B41FA5}">
                      <a16:colId xmlns:a16="http://schemas.microsoft.com/office/drawing/2014/main" val="491748850"/>
                    </a:ext>
                  </a:extLst>
                </a:gridCol>
                <a:gridCol w="2517880">
                  <a:extLst>
                    <a:ext uri="{9D8B030D-6E8A-4147-A177-3AD203B41FA5}">
                      <a16:colId xmlns:a16="http://schemas.microsoft.com/office/drawing/2014/main" val="1241216690"/>
                    </a:ext>
                  </a:extLst>
                </a:gridCol>
              </a:tblGrid>
              <a:tr h="583277">
                <a:tc>
                  <a:txBody>
                    <a:bodyPr/>
                    <a:lstStyle/>
                    <a:p>
                      <a:pPr algn="ctr" rtl="0">
                        <a:buNone/>
                      </a:pPr>
                      <a:r>
                        <a:rPr lang="es-ES" sz="1800" b="1" dirty="0">
                          <a:solidFill>
                            <a:schemeClr val="bg1"/>
                          </a:solidFill>
                          <a:effectLst/>
                          <a:latin typeface="Aptos (Body)"/>
                          <a:cs typeface="Times New Roman" panose="02020603050405020304" pitchFamily="18" charset="0"/>
                        </a:rPr>
                        <a:t>Gen</a:t>
                      </a:r>
                      <a:endParaRPr lang="es-ES" sz="1800" dirty="0">
                        <a:solidFill>
                          <a:schemeClr val="bg1"/>
                        </a:solidFill>
                        <a:effectLst/>
                        <a:latin typeface="Aptos (Body)"/>
                        <a:cs typeface="Times New Roman" panose="02020603050405020304" pitchFamily="18" charset="0"/>
                      </a:endParaRPr>
                    </a:p>
                  </a:txBody>
                  <a:tcPr marL="76200" marR="76200" marT="50800" marB="50800" anchor="ctr"/>
                </a:tc>
                <a:tc>
                  <a:txBody>
                    <a:bodyPr/>
                    <a:lstStyle/>
                    <a:p>
                      <a:pPr algn="ctr" rtl="0">
                        <a:buNone/>
                      </a:pPr>
                      <a:r>
                        <a:rPr lang="es-ES" sz="1800" b="1" dirty="0">
                          <a:solidFill>
                            <a:schemeClr val="bg1"/>
                          </a:solidFill>
                          <a:effectLst/>
                          <a:latin typeface="Aptos (Body)"/>
                          <a:cs typeface="Times New Roman" panose="02020603050405020304" pitchFamily="18" charset="0"/>
                        </a:rPr>
                        <a:t>Nomenclatura g. (hg38)</a:t>
                      </a:r>
                      <a:endParaRPr lang="es-ES" sz="1800" dirty="0">
                        <a:solidFill>
                          <a:schemeClr val="bg1"/>
                        </a:solidFill>
                        <a:effectLst/>
                        <a:latin typeface="Aptos (Body)"/>
                        <a:cs typeface="Times New Roman" panose="02020603050405020304" pitchFamily="18" charset="0"/>
                      </a:endParaRPr>
                    </a:p>
                  </a:txBody>
                  <a:tcPr marL="76200" marR="76200" marT="50800" marB="50800" anchor="ctr"/>
                </a:tc>
                <a:tc>
                  <a:txBody>
                    <a:bodyPr/>
                    <a:lstStyle/>
                    <a:p>
                      <a:pPr algn="ctr" rtl="0">
                        <a:buNone/>
                      </a:pPr>
                      <a:r>
                        <a:rPr lang="es-ES" sz="1800" b="1">
                          <a:solidFill>
                            <a:schemeClr val="bg1"/>
                          </a:solidFill>
                          <a:effectLst/>
                          <a:latin typeface="Aptos (Body)"/>
                          <a:cs typeface="Times New Roman" panose="02020603050405020304" pitchFamily="18" charset="0"/>
                        </a:rPr>
                        <a:t>Nomenclatura c. (Transcrito)</a:t>
                      </a:r>
                      <a:endParaRPr lang="es-ES" sz="1800">
                        <a:solidFill>
                          <a:schemeClr val="bg1"/>
                        </a:solidFill>
                        <a:effectLst/>
                        <a:latin typeface="Aptos (Body)"/>
                        <a:cs typeface="Times New Roman" panose="02020603050405020304" pitchFamily="18" charset="0"/>
                      </a:endParaRPr>
                    </a:p>
                  </a:txBody>
                  <a:tcPr marL="76200" marR="76200" marT="50800" marB="50800" anchor="ctr"/>
                </a:tc>
                <a:tc>
                  <a:txBody>
                    <a:bodyPr/>
                    <a:lstStyle/>
                    <a:p>
                      <a:pPr algn="ctr" rtl="0">
                        <a:buNone/>
                      </a:pPr>
                      <a:r>
                        <a:rPr lang="es-ES" sz="1800" b="1">
                          <a:solidFill>
                            <a:schemeClr val="bg1"/>
                          </a:solidFill>
                          <a:effectLst/>
                          <a:latin typeface="Aptos (Body)"/>
                          <a:cs typeface="Times New Roman" panose="02020603050405020304" pitchFamily="18" charset="0"/>
                        </a:rPr>
                        <a:t>Nomenclatura p. (Proteína)</a:t>
                      </a:r>
                      <a:endParaRPr lang="es-ES" sz="1800">
                        <a:solidFill>
                          <a:schemeClr val="bg1"/>
                        </a:solidFill>
                        <a:effectLst/>
                        <a:latin typeface="Aptos (Body)"/>
                        <a:cs typeface="Times New Roman" panose="02020603050405020304" pitchFamily="18" charset="0"/>
                      </a:endParaRPr>
                    </a:p>
                  </a:txBody>
                  <a:tcPr marL="76200" marR="76200" marT="50800" marB="50800" anchor="ctr"/>
                </a:tc>
                <a:tc>
                  <a:txBody>
                    <a:bodyPr/>
                    <a:lstStyle/>
                    <a:p>
                      <a:pPr algn="ctr" rtl="0">
                        <a:buNone/>
                      </a:pPr>
                      <a:r>
                        <a:rPr lang="es-ES" sz="1800" b="1" dirty="0" err="1">
                          <a:solidFill>
                            <a:schemeClr val="bg1"/>
                          </a:solidFill>
                          <a:effectLst/>
                          <a:latin typeface="Aptos (Body)"/>
                          <a:cs typeface="Times New Roman" panose="02020603050405020304" pitchFamily="18" charset="0"/>
                        </a:rPr>
                        <a:t>Cigocidad</a:t>
                      </a:r>
                      <a:endParaRPr lang="es-ES" sz="1800" dirty="0">
                        <a:solidFill>
                          <a:schemeClr val="bg1"/>
                        </a:solidFill>
                        <a:effectLst/>
                        <a:latin typeface="Aptos (Body)"/>
                        <a:cs typeface="Times New Roman" panose="02020603050405020304" pitchFamily="18" charset="0"/>
                      </a:endParaRPr>
                    </a:p>
                  </a:txBody>
                  <a:tcPr marL="76200" marR="76200" marT="50800" marB="50800" anchor="ctr"/>
                </a:tc>
                <a:extLst>
                  <a:ext uri="{0D108BD9-81ED-4DB2-BD59-A6C34878D82A}">
                    <a16:rowId xmlns:a16="http://schemas.microsoft.com/office/drawing/2014/main" val="728560836"/>
                  </a:ext>
                </a:extLst>
              </a:tr>
              <a:tr h="583277">
                <a:tc>
                  <a:txBody>
                    <a:bodyPr/>
                    <a:lstStyle/>
                    <a:p>
                      <a:pPr algn="ctr" rtl="0">
                        <a:buNone/>
                      </a:pPr>
                      <a:r>
                        <a:rPr lang="es-ES" sz="1800" b="1" dirty="0">
                          <a:solidFill>
                            <a:schemeClr val="bg1"/>
                          </a:solidFill>
                          <a:effectLst/>
                          <a:latin typeface="Aptos (Body)"/>
                          <a:cs typeface="Times New Roman" panose="02020603050405020304" pitchFamily="18" charset="0"/>
                        </a:rPr>
                        <a:t>LEPR</a:t>
                      </a:r>
                      <a:endParaRPr lang="es-ES" sz="1800" dirty="0">
                        <a:solidFill>
                          <a:schemeClr val="bg1"/>
                        </a:solidFill>
                        <a:effectLst/>
                        <a:latin typeface="Aptos (Body)"/>
                        <a:cs typeface="Times New Roman" panose="02020603050405020304" pitchFamily="18" charset="0"/>
                      </a:endParaRPr>
                    </a:p>
                  </a:txBody>
                  <a:tcPr marL="76200" marR="76200" marT="50800" marB="50800" anchor="ctr"/>
                </a:tc>
                <a:tc>
                  <a:txBody>
                    <a:bodyPr/>
                    <a:lstStyle/>
                    <a:p>
                      <a:pPr algn="ctr" rtl="0">
                        <a:buNone/>
                      </a:pPr>
                      <a:r>
                        <a:rPr lang="es-ES" sz="1800" dirty="0">
                          <a:solidFill>
                            <a:schemeClr val="bg1"/>
                          </a:solidFill>
                          <a:effectLst/>
                          <a:latin typeface="Aptos (Body)"/>
                          <a:cs typeface="Times New Roman" panose="02020603050405020304" pitchFamily="18" charset="0"/>
                        </a:rPr>
                        <a:t>chr1:65,609,984 </a:t>
                      </a:r>
                    </a:p>
                  </a:txBody>
                  <a:tcPr marL="76200" marR="76200" marT="50800" marB="50800" anchor="ctr"/>
                </a:tc>
                <a:tc>
                  <a:txBody>
                    <a:bodyPr/>
                    <a:lstStyle/>
                    <a:p>
                      <a:pPr algn="ctr" rtl="0">
                        <a:buNone/>
                      </a:pPr>
                      <a:r>
                        <a:rPr lang="pt-BR" sz="1800" dirty="0">
                          <a:solidFill>
                            <a:schemeClr val="bg1"/>
                          </a:solidFill>
                          <a:effectLst/>
                          <a:latin typeface="Aptos (Body)"/>
                          <a:cs typeface="Times New Roman" panose="02020603050405020304" pitchFamily="18" charset="0"/>
                        </a:rPr>
                        <a:t>NM_002303.6:c.326A&gt;G </a:t>
                      </a:r>
                    </a:p>
                  </a:txBody>
                  <a:tcPr marL="76200" marR="76200" marT="50800" marB="50800" anchor="ctr"/>
                </a:tc>
                <a:tc>
                  <a:txBody>
                    <a:bodyPr/>
                    <a:lstStyle/>
                    <a:p>
                      <a:pPr algn="ctr" rtl="0">
                        <a:buNone/>
                      </a:pPr>
                      <a:r>
                        <a:rPr lang="es-ES" sz="1800">
                          <a:solidFill>
                            <a:schemeClr val="bg1"/>
                          </a:solidFill>
                          <a:effectLst/>
                          <a:latin typeface="Aptos (Body)"/>
                          <a:cs typeface="Times New Roman" panose="02020603050405020304" pitchFamily="18" charset="0"/>
                        </a:rPr>
                        <a:t>NP_002294.2:p.Lys109Arg </a:t>
                      </a:r>
                    </a:p>
                  </a:txBody>
                  <a:tcPr marL="76200" marR="76200" marT="50800" marB="50800" anchor="ctr"/>
                </a:tc>
                <a:tc>
                  <a:txBody>
                    <a:bodyPr/>
                    <a:lstStyle/>
                    <a:p>
                      <a:pPr algn="ctr" rtl="0">
                        <a:buNone/>
                      </a:pPr>
                      <a:r>
                        <a:rPr lang="es-ES" sz="1800">
                          <a:solidFill>
                            <a:schemeClr val="bg1"/>
                          </a:solidFill>
                          <a:effectLst/>
                          <a:latin typeface="Aptos (Body)"/>
                          <a:cs typeface="Times New Roman" panose="02020603050405020304" pitchFamily="18" charset="0"/>
                        </a:rPr>
                        <a:t>Heterocigoto </a:t>
                      </a:r>
                    </a:p>
                  </a:txBody>
                  <a:tcPr marL="76200" marR="76200" marT="50800" marB="50800" anchor="ctr"/>
                </a:tc>
                <a:extLst>
                  <a:ext uri="{0D108BD9-81ED-4DB2-BD59-A6C34878D82A}">
                    <a16:rowId xmlns:a16="http://schemas.microsoft.com/office/drawing/2014/main" val="3734797205"/>
                  </a:ext>
                </a:extLst>
              </a:tr>
              <a:tr h="583277">
                <a:tc>
                  <a:txBody>
                    <a:bodyPr/>
                    <a:lstStyle/>
                    <a:p>
                      <a:pPr algn="ctr" rtl="0">
                        <a:buNone/>
                      </a:pPr>
                      <a:r>
                        <a:rPr lang="es-ES" sz="1800" b="1" dirty="0">
                          <a:solidFill>
                            <a:schemeClr val="bg1"/>
                          </a:solidFill>
                          <a:effectLst/>
                          <a:latin typeface="Aptos (Body)"/>
                          <a:cs typeface="Times New Roman" panose="02020603050405020304" pitchFamily="18" charset="0"/>
                        </a:rPr>
                        <a:t>TP53</a:t>
                      </a:r>
                      <a:endParaRPr lang="es-ES" sz="1800" dirty="0">
                        <a:solidFill>
                          <a:schemeClr val="bg1"/>
                        </a:solidFill>
                        <a:effectLst/>
                        <a:latin typeface="Aptos (Body)"/>
                        <a:cs typeface="Times New Roman" panose="02020603050405020304" pitchFamily="18" charset="0"/>
                      </a:endParaRPr>
                    </a:p>
                  </a:txBody>
                  <a:tcPr marL="76200" marR="76200" marT="50800" marB="50800" anchor="ctr"/>
                </a:tc>
                <a:tc>
                  <a:txBody>
                    <a:bodyPr/>
                    <a:lstStyle/>
                    <a:p>
                      <a:pPr algn="ctr" rtl="0">
                        <a:buNone/>
                      </a:pPr>
                      <a:r>
                        <a:rPr lang="es-ES" sz="1800" dirty="0">
                          <a:solidFill>
                            <a:schemeClr val="bg1"/>
                          </a:solidFill>
                          <a:effectLst/>
                          <a:latin typeface="Aptos (Body)"/>
                          <a:cs typeface="Times New Roman" panose="02020603050405020304" pitchFamily="18" charset="0"/>
                        </a:rPr>
                        <a:t>chr17:7,676,154 </a:t>
                      </a:r>
                    </a:p>
                  </a:txBody>
                  <a:tcPr marL="76200" marR="76200" marT="50800" marB="50800" anchor="ctr"/>
                </a:tc>
                <a:tc>
                  <a:txBody>
                    <a:bodyPr/>
                    <a:lstStyle/>
                    <a:p>
                      <a:pPr algn="ctr" rtl="0">
                        <a:buNone/>
                      </a:pPr>
                      <a:r>
                        <a:rPr lang="es-ES" sz="1800" dirty="0">
                          <a:solidFill>
                            <a:schemeClr val="bg1"/>
                          </a:solidFill>
                          <a:effectLst/>
                          <a:latin typeface="Aptos (Body)"/>
                          <a:cs typeface="Times New Roman" panose="02020603050405020304" pitchFamily="18" charset="0"/>
                        </a:rPr>
                        <a:t>NM_000546.6:c.215C&gt;T </a:t>
                      </a:r>
                    </a:p>
                  </a:txBody>
                  <a:tcPr marL="76200" marR="76200" marT="50800" marB="50800" anchor="ctr"/>
                </a:tc>
                <a:tc>
                  <a:txBody>
                    <a:bodyPr/>
                    <a:lstStyle/>
                    <a:p>
                      <a:pPr algn="ctr" rtl="0">
                        <a:buNone/>
                      </a:pPr>
                      <a:r>
                        <a:rPr lang="es-ES" sz="1800" dirty="0">
                          <a:solidFill>
                            <a:schemeClr val="bg1"/>
                          </a:solidFill>
                          <a:effectLst/>
                          <a:latin typeface="Aptos (Body)"/>
                          <a:cs typeface="Times New Roman" panose="02020603050405020304" pitchFamily="18" charset="0"/>
                        </a:rPr>
                        <a:t>NP_000537.3:p.Pro72Leu </a:t>
                      </a:r>
                    </a:p>
                  </a:txBody>
                  <a:tcPr marL="76200" marR="76200" marT="50800" marB="50800" anchor="ctr"/>
                </a:tc>
                <a:tc>
                  <a:txBody>
                    <a:bodyPr/>
                    <a:lstStyle/>
                    <a:p>
                      <a:pPr algn="ctr" rtl="0">
                        <a:buNone/>
                      </a:pPr>
                      <a:r>
                        <a:rPr lang="es-ES" sz="1800">
                          <a:solidFill>
                            <a:schemeClr val="bg1"/>
                          </a:solidFill>
                          <a:effectLst/>
                          <a:latin typeface="Aptos (Body)"/>
                          <a:cs typeface="Times New Roman" panose="02020603050405020304" pitchFamily="18" charset="0"/>
                        </a:rPr>
                        <a:t>Heterocigoto </a:t>
                      </a:r>
                    </a:p>
                  </a:txBody>
                  <a:tcPr marL="76200" marR="76200" marT="50800" marB="50800" anchor="ctr"/>
                </a:tc>
                <a:extLst>
                  <a:ext uri="{0D108BD9-81ED-4DB2-BD59-A6C34878D82A}">
                    <a16:rowId xmlns:a16="http://schemas.microsoft.com/office/drawing/2014/main" val="3135609688"/>
                  </a:ext>
                </a:extLst>
              </a:tr>
              <a:tr h="837149">
                <a:tc>
                  <a:txBody>
                    <a:bodyPr/>
                    <a:lstStyle/>
                    <a:p>
                      <a:pPr algn="ctr" rtl="0">
                        <a:buNone/>
                      </a:pPr>
                      <a:r>
                        <a:rPr lang="es-ES" sz="1800" b="1">
                          <a:solidFill>
                            <a:schemeClr val="bg1"/>
                          </a:solidFill>
                          <a:effectLst/>
                          <a:latin typeface="Aptos (Body)"/>
                          <a:cs typeface="Times New Roman" panose="02020603050405020304" pitchFamily="18" charset="0"/>
                        </a:rPr>
                        <a:t>MC4R</a:t>
                      </a:r>
                      <a:endParaRPr lang="es-ES" sz="1800">
                        <a:solidFill>
                          <a:schemeClr val="bg1"/>
                        </a:solidFill>
                        <a:effectLst/>
                        <a:latin typeface="Aptos (Body)"/>
                        <a:cs typeface="Times New Roman" panose="02020603050405020304" pitchFamily="18" charset="0"/>
                      </a:endParaRPr>
                    </a:p>
                  </a:txBody>
                  <a:tcPr marL="76200" marR="76200" marT="50800" marB="50800" anchor="ctr"/>
                </a:tc>
                <a:tc>
                  <a:txBody>
                    <a:bodyPr/>
                    <a:lstStyle/>
                    <a:p>
                      <a:pPr algn="ctr" rtl="0">
                        <a:buNone/>
                      </a:pPr>
                      <a:r>
                        <a:rPr lang="es-ES" sz="1800" dirty="0">
                          <a:solidFill>
                            <a:schemeClr val="bg1"/>
                          </a:solidFill>
                          <a:effectLst/>
                          <a:latin typeface="Aptos (Body)"/>
                          <a:cs typeface="Times New Roman" panose="02020603050405020304" pitchFamily="18" charset="0"/>
                        </a:rPr>
                        <a:t>chr18:60,371,535 </a:t>
                      </a:r>
                    </a:p>
                  </a:txBody>
                  <a:tcPr marL="76200" marR="76200" marT="50800" marB="50800" anchor="ctr"/>
                </a:tc>
                <a:tc>
                  <a:txBody>
                    <a:bodyPr/>
                    <a:lstStyle/>
                    <a:p>
                      <a:pPr algn="ctr" rtl="0">
                        <a:buNone/>
                      </a:pPr>
                      <a:r>
                        <a:rPr lang="pt-BR" sz="1800" dirty="0">
                          <a:solidFill>
                            <a:schemeClr val="bg1"/>
                          </a:solidFill>
                          <a:effectLst/>
                          <a:latin typeface="Aptos (Body)"/>
                          <a:cs typeface="Times New Roman" panose="02020603050405020304" pitchFamily="18" charset="0"/>
                        </a:rPr>
                        <a:t>NM_005912.3:c.815C&gt;A </a:t>
                      </a:r>
                    </a:p>
                  </a:txBody>
                  <a:tcPr marL="76200" marR="76200" marT="50800" marB="50800" anchor="ctr"/>
                </a:tc>
                <a:tc>
                  <a:txBody>
                    <a:bodyPr/>
                    <a:lstStyle/>
                    <a:p>
                      <a:pPr algn="ctr" rtl="0">
                        <a:buNone/>
                      </a:pPr>
                      <a:r>
                        <a:rPr lang="es-ES" sz="1800" dirty="0">
                          <a:solidFill>
                            <a:schemeClr val="bg1"/>
                          </a:solidFill>
                          <a:effectLst/>
                          <a:latin typeface="Aptos (Body)"/>
                          <a:cs typeface="Times New Roman" panose="02020603050405020304" pitchFamily="18" charset="0"/>
                        </a:rPr>
                        <a:t>ENSP00000299766.3:p.Pro272His </a:t>
                      </a:r>
                    </a:p>
                  </a:txBody>
                  <a:tcPr marL="76200" marR="76200" marT="50800" marB="50800" anchor="ctr"/>
                </a:tc>
                <a:tc>
                  <a:txBody>
                    <a:bodyPr/>
                    <a:lstStyle/>
                    <a:p>
                      <a:pPr algn="ctr" rtl="0">
                        <a:buNone/>
                      </a:pPr>
                      <a:r>
                        <a:rPr lang="es-ES" sz="1800" dirty="0">
                          <a:solidFill>
                            <a:schemeClr val="bg1"/>
                          </a:solidFill>
                          <a:effectLst/>
                          <a:latin typeface="Aptos (Body)"/>
                          <a:cs typeface="Times New Roman" panose="02020603050405020304" pitchFamily="18" charset="0"/>
                        </a:rPr>
                        <a:t>SNP </a:t>
                      </a:r>
                    </a:p>
                  </a:txBody>
                  <a:tcPr marL="76200" marR="76200" marT="50800" marB="50800" anchor="ctr"/>
                </a:tc>
                <a:extLst>
                  <a:ext uri="{0D108BD9-81ED-4DB2-BD59-A6C34878D82A}">
                    <a16:rowId xmlns:a16="http://schemas.microsoft.com/office/drawing/2014/main" val="3899910295"/>
                  </a:ext>
                </a:extLst>
              </a:tr>
              <a:tr h="837149">
                <a:tc>
                  <a:txBody>
                    <a:bodyPr/>
                    <a:lstStyle/>
                    <a:p>
                      <a:pPr algn="ctr" rtl="0">
                        <a:buNone/>
                      </a:pPr>
                      <a:r>
                        <a:rPr lang="es-ES" sz="1800" b="1" dirty="0">
                          <a:solidFill>
                            <a:schemeClr val="bg1"/>
                          </a:solidFill>
                          <a:effectLst/>
                          <a:latin typeface="Aptos (Body)"/>
                          <a:cs typeface="Times New Roman" panose="02020603050405020304" pitchFamily="18" charset="0"/>
                        </a:rPr>
                        <a:t>MED12</a:t>
                      </a:r>
                      <a:endParaRPr lang="es-ES" sz="1800" dirty="0">
                        <a:solidFill>
                          <a:schemeClr val="bg1"/>
                        </a:solidFill>
                        <a:effectLst/>
                        <a:latin typeface="Aptos (Body)"/>
                        <a:cs typeface="Times New Roman" panose="02020603050405020304" pitchFamily="18" charset="0"/>
                      </a:endParaRPr>
                    </a:p>
                  </a:txBody>
                  <a:tcPr marL="76200" marR="76200" marT="50800" marB="50800" anchor="ctr"/>
                </a:tc>
                <a:tc>
                  <a:txBody>
                    <a:bodyPr/>
                    <a:lstStyle/>
                    <a:p>
                      <a:pPr algn="ctr" rtl="0">
                        <a:buNone/>
                      </a:pPr>
                      <a:r>
                        <a:rPr lang="es-ES" sz="1800" dirty="0">
                          <a:solidFill>
                            <a:schemeClr val="bg1"/>
                          </a:solidFill>
                          <a:effectLst/>
                          <a:latin typeface="Aptos (Body)"/>
                          <a:cs typeface="Times New Roman" panose="02020603050405020304" pitchFamily="18" charset="0"/>
                        </a:rPr>
                        <a:t>chrX:71,121,046 </a:t>
                      </a:r>
                    </a:p>
                  </a:txBody>
                  <a:tcPr marL="76200" marR="76200" marT="50800" marB="50800" anchor="ctr"/>
                </a:tc>
                <a:tc>
                  <a:txBody>
                    <a:bodyPr/>
                    <a:lstStyle/>
                    <a:p>
                      <a:pPr algn="ctr" rtl="0">
                        <a:buNone/>
                      </a:pPr>
                      <a:r>
                        <a:rPr lang="es-ES" sz="1800" dirty="0">
                          <a:solidFill>
                            <a:schemeClr val="bg1"/>
                          </a:solidFill>
                          <a:effectLst/>
                          <a:latin typeface="Aptos (Body)"/>
                          <a:cs typeface="Times New Roman" panose="02020603050405020304" pitchFamily="18" charset="0"/>
                        </a:rPr>
                        <a:t>NM_005120.3:c.629C&gt;T </a:t>
                      </a:r>
                    </a:p>
                  </a:txBody>
                  <a:tcPr marL="76200" marR="76200" marT="50800" marB="50800" anchor="ctr"/>
                </a:tc>
                <a:tc>
                  <a:txBody>
                    <a:bodyPr/>
                    <a:lstStyle/>
                    <a:p>
                      <a:pPr algn="ctr" rtl="0">
                        <a:buNone/>
                      </a:pPr>
                      <a:r>
                        <a:rPr lang="es-ES" sz="1800" dirty="0">
                          <a:solidFill>
                            <a:schemeClr val="bg1"/>
                          </a:solidFill>
                          <a:effectLst/>
                          <a:latin typeface="Aptos (Body)"/>
                          <a:cs typeface="Times New Roman" panose="02020603050405020304" pitchFamily="18" charset="0"/>
                        </a:rPr>
                        <a:t>ENSP00000333125.8:p.Ala210Val </a:t>
                      </a:r>
                    </a:p>
                  </a:txBody>
                  <a:tcPr marL="76200" marR="76200" marT="50800" marB="50800" anchor="ctr"/>
                </a:tc>
                <a:tc>
                  <a:txBody>
                    <a:bodyPr/>
                    <a:lstStyle/>
                    <a:p>
                      <a:pPr algn="ctr" rtl="0">
                        <a:buNone/>
                      </a:pPr>
                      <a:r>
                        <a:rPr lang="es-ES" sz="1800" dirty="0">
                          <a:solidFill>
                            <a:schemeClr val="bg1"/>
                          </a:solidFill>
                          <a:effectLst/>
                          <a:latin typeface="Aptos (Body)"/>
                          <a:cs typeface="Times New Roman" panose="02020603050405020304" pitchFamily="18" charset="0"/>
                        </a:rPr>
                        <a:t>SNP </a:t>
                      </a:r>
                    </a:p>
                  </a:txBody>
                  <a:tcPr marL="76200" marR="76200" marT="50800" marB="50800" anchor="ctr"/>
                </a:tc>
                <a:extLst>
                  <a:ext uri="{0D108BD9-81ED-4DB2-BD59-A6C34878D82A}">
                    <a16:rowId xmlns:a16="http://schemas.microsoft.com/office/drawing/2014/main" val="2802499724"/>
                  </a:ext>
                </a:extLst>
              </a:tr>
            </a:tbl>
          </a:graphicData>
        </a:graphic>
      </p:graphicFrame>
      <p:sp>
        <p:nvSpPr>
          <p:cNvPr id="22" name="TextBox 21">
            <a:extLst>
              <a:ext uri="{FF2B5EF4-FFF2-40B4-BE49-F238E27FC236}">
                <a16:creationId xmlns:a16="http://schemas.microsoft.com/office/drawing/2014/main" id="{4D3F8734-B585-91D3-23CF-704FF22EC1ED}"/>
              </a:ext>
            </a:extLst>
          </p:cNvPr>
          <p:cNvSpPr txBox="1"/>
          <p:nvPr/>
        </p:nvSpPr>
        <p:spPr>
          <a:xfrm>
            <a:off x="251835" y="16670658"/>
            <a:ext cx="9095800" cy="4770537"/>
          </a:xfrm>
          <a:prstGeom prst="rect">
            <a:avLst/>
          </a:prstGeom>
          <a:noFill/>
        </p:spPr>
        <p:txBody>
          <a:bodyPr wrap="square">
            <a:spAutoFit/>
          </a:bodyPr>
          <a:lstStyle/>
          <a:p>
            <a:pPr marL="285750" lvl="0" indent="-285750" algn="just" defTabSz="914400" eaLnBrk="0" fontAlgn="base" hangingPunct="0">
              <a:spcBef>
                <a:spcPct val="0"/>
              </a:spcBef>
              <a:spcAft>
                <a:spcPct val="0"/>
              </a:spcAft>
              <a:buFont typeface="Arial" panose="020B0604020202020204" pitchFamily="34" charset="0"/>
              <a:buChar char="•"/>
            </a:pPr>
            <a:r>
              <a:rPr lang="es-ES" altLang="es-ES" sz="1600" i="1" dirty="0">
                <a:latin typeface="Aptos (Body)"/>
              </a:rPr>
              <a:t>En la</a:t>
            </a:r>
            <a:r>
              <a:rPr kumimoji="0" lang="es-ES" altLang="es-ES" sz="1600" i="1" u="none" strike="noStrike" cap="none" normalizeH="0" baseline="0" dirty="0">
                <a:ln>
                  <a:noFill/>
                </a:ln>
                <a:solidFill>
                  <a:schemeClr val="tx1"/>
                </a:solidFill>
                <a:effectLst/>
                <a:latin typeface="Aptos (Body)"/>
              </a:rPr>
              <a:t> </a:t>
            </a:r>
            <a:r>
              <a:rPr lang="es-ES" altLang="es-ES" sz="1600" i="1" dirty="0">
                <a:latin typeface="Aptos (Body)"/>
              </a:rPr>
              <a:t>i</a:t>
            </a:r>
            <a:r>
              <a:rPr kumimoji="0" lang="es-ES" altLang="es-ES" sz="1600" i="1" u="none" strike="noStrike" cap="none" normalizeH="0" baseline="0" dirty="0">
                <a:ln>
                  <a:noFill/>
                </a:ln>
                <a:solidFill>
                  <a:schemeClr val="tx1"/>
                </a:solidFill>
                <a:effectLst/>
                <a:latin typeface="Aptos (Body)"/>
              </a:rPr>
              <a:t>nterpretación de la patogenicidad vemos que variantes </a:t>
            </a:r>
            <a:r>
              <a:rPr lang="es-ES" altLang="es-ES" sz="1600" i="1" dirty="0">
                <a:latin typeface="Aptos (Body)"/>
              </a:rPr>
              <a:t>como LEPR (p.Lys109Arg) y TP53 (p.Pro72Leu) se clasifican como benignas. Pero tras analizar LEPR con MIM se observa obesidad mórbida de inicio temprano (MIM #614963), un polimorfismo común que solo confiere una susceptibilidad modesta. TP53 es común en la población y no causa por sí sola el Síndrome de Li-</a:t>
            </a:r>
            <a:r>
              <a:rPr lang="es-ES" altLang="es-ES" sz="1600" i="1" dirty="0" err="1">
                <a:latin typeface="Aptos (Body)"/>
              </a:rPr>
              <a:t>Fraumeni</a:t>
            </a:r>
            <a:r>
              <a:rPr lang="es-ES" altLang="es-ES" sz="1600" i="1" dirty="0">
                <a:latin typeface="Aptos (Body)"/>
              </a:rPr>
              <a:t>. </a:t>
            </a:r>
            <a:r>
              <a:rPr kumimoji="0" lang="es-ES" altLang="es-ES" sz="1600" i="1" u="none" strike="noStrike" cap="none" normalizeH="0" baseline="0" dirty="0">
                <a:ln>
                  <a:noFill/>
                </a:ln>
                <a:solidFill>
                  <a:schemeClr val="tx1"/>
                </a:solidFill>
                <a:effectLst/>
                <a:latin typeface="Aptos (Body)"/>
              </a:rPr>
              <a:t>La variante en el cromosoma 18 (MC4R) presenta predicciones de alta patogenicidad (SIFT: 0, </a:t>
            </a:r>
            <a:r>
              <a:rPr kumimoji="0" lang="es-ES" altLang="es-ES" sz="1600" i="1" u="none" strike="noStrike" cap="none" normalizeH="0" baseline="0" dirty="0" err="1">
                <a:ln>
                  <a:noFill/>
                </a:ln>
                <a:solidFill>
                  <a:schemeClr val="tx1"/>
                </a:solidFill>
                <a:effectLst/>
                <a:latin typeface="Aptos (Body)"/>
              </a:rPr>
              <a:t>PolyPhen</a:t>
            </a:r>
            <a:r>
              <a:rPr kumimoji="0" lang="es-ES" altLang="es-ES" sz="1600" i="1" u="none" strike="noStrike" cap="none" normalizeH="0" baseline="0" dirty="0">
                <a:ln>
                  <a:noFill/>
                </a:ln>
                <a:solidFill>
                  <a:schemeClr val="tx1"/>
                </a:solidFill>
                <a:effectLst/>
                <a:latin typeface="Aptos (Body)"/>
              </a:rPr>
              <a:t>: 1), sugiriendo un daño severo en la función proteica. MED12 (</a:t>
            </a:r>
            <a:r>
              <a:rPr kumimoji="0" lang="es-ES" altLang="es-ES" sz="1600" i="1" u="none" strike="noStrike" cap="none" normalizeH="0" baseline="0" dirty="0" err="1">
                <a:ln>
                  <a:noFill/>
                </a:ln>
                <a:solidFill>
                  <a:schemeClr val="tx1"/>
                </a:solidFill>
                <a:effectLst/>
                <a:latin typeface="Aptos (Body)"/>
              </a:rPr>
              <a:t>ChrX</a:t>
            </a:r>
            <a:r>
              <a:rPr kumimoji="0" lang="es-ES" altLang="es-ES" sz="1600" i="1" u="none" strike="noStrike" cap="none" normalizeH="0" baseline="0" dirty="0">
                <a:ln>
                  <a:noFill/>
                </a:ln>
                <a:solidFill>
                  <a:schemeClr val="tx1"/>
                </a:solidFill>
                <a:effectLst/>
                <a:latin typeface="Aptos (Body)"/>
              </a:rPr>
              <a:t>), la predicción es de baja confianza y probablemente benigna.</a:t>
            </a:r>
          </a:p>
          <a:p>
            <a:pPr marL="285750" lvl="0" indent="-285750" algn="just" defTabSz="914400" eaLnBrk="0" fontAlgn="base" hangingPunct="0">
              <a:spcBef>
                <a:spcPct val="0"/>
              </a:spcBef>
              <a:spcAft>
                <a:spcPct val="0"/>
              </a:spcAft>
              <a:buFont typeface="Arial" panose="020B0604020202020204" pitchFamily="34" charset="0"/>
              <a:buChar char="•"/>
            </a:pPr>
            <a:r>
              <a:rPr kumimoji="0" lang="es-ES" altLang="es-ES" sz="1600" i="1" u="none" strike="noStrike" cap="none" normalizeH="0" baseline="0" dirty="0">
                <a:ln>
                  <a:noFill/>
                </a:ln>
                <a:solidFill>
                  <a:schemeClr val="tx1"/>
                </a:solidFill>
                <a:effectLst/>
                <a:latin typeface="Aptos (Body)"/>
              </a:rPr>
              <a:t>Para la interpretación de</a:t>
            </a:r>
            <a:r>
              <a:rPr lang="es-ES" altLang="es-ES" sz="1600" i="1" dirty="0">
                <a:latin typeface="Aptos (Body)"/>
              </a:rPr>
              <a:t> p</a:t>
            </a:r>
            <a:r>
              <a:rPr kumimoji="0" lang="es-ES" altLang="es-ES" sz="1600" i="1" u="none" strike="noStrike" cap="none" normalizeH="0" baseline="0" dirty="0">
                <a:ln>
                  <a:noFill/>
                </a:ln>
                <a:solidFill>
                  <a:schemeClr val="tx1"/>
                </a:solidFill>
                <a:effectLst/>
                <a:latin typeface="Aptos (Body)"/>
              </a:rPr>
              <a:t>atrones de herencia se observa </a:t>
            </a:r>
            <a:r>
              <a:rPr lang="es-ES" altLang="es-ES" sz="1600" i="1" dirty="0">
                <a:latin typeface="Aptos (Body)"/>
              </a:rPr>
              <a:t>que LEPR es a</a:t>
            </a:r>
            <a:r>
              <a:rPr kumimoji="0" lang="es-ES" altLang="es-ES" sz="1600" i="1" u="none" strike="noStrike" cap="none" normalizeH="0" baseline="0" dirty="0">
                <a:ln>
                  <a:noFill/>
                </a:ln>
                <a:solidFill>
                  <a:schemeClr val="tx1"/>
                </a:solidFill>
                <a:effectLst/>
                <a:latin typeface="Aptos (Body)"/>
              </a:rPr>
              <a:t>utonómico </a:t>
            </a:r>
            <a:r>
              <a:rPr lang="es-ES" altLang="es-ES" sz="1600" i="1" dirty="0">
                <a:latin typeface="Aptos (Body)"/>
              </a:rPr>
              <a:t>r</a:t>
            </a:r>
            <a:r>
              <a:rPr kumimoji="0" lang="es-ES" altLang="es-ES" sz="1600" i="1" u="none" strike="noStrike" cap="none" normalizeH="0" baseline="0" dirty="0">
                <a:ln>
                  <a:noFill/>
                </a:ln>
                <a:solidFill>
                  <a:schemeClr val="tx1"/>
                </a:solidFill>
                <a:effectLst/>
                <a:latin typeface="Aptos (Body)"/>
              </a:rPr>
              <a:t>ecesivo requiriendo dos copias alteradas para manifestar la patología severa </a:t>
            </a:r>
            <a:r>
              <a:rPr lang="es-ES" altLang="es-ES" sz="1600" i="1" dirty="0">
                <a:latin typeface="Aptos (Body)"/>
              </a:rPr>
              <a:t>y que SMAD4 y otras patologías asociadas a genes en el Chr18 suelen ser autonómicas dominantes. El caso de MED12 es distinto ya que va l</a:t>
            </a:r>
            <a:r>
              <a:rPr kumimoji="0" lang="es-ES" altLang="es-ES" sz="1600" i="1" u="none" strike="noStrike" cap="none" normalizeH="0" baseline="0" dirty="0">
                <a:ln>
                  <a:noFill/>
                </a:ln>
                <a:solidFill>
                  <a:schemeClr val="tx1"/>
                </a:solidFill>
                <a:effectLst/>
                <a:latin typeface="Aptos (Body)"/>
              </a:rPr>
              <a:t>igado al cromosoma X afectando principalmente a varones</a:t>
            </a:r>
          </a:p>
          <a:p>
            <a:pPr marL="285750" lvl="0" indent="-285750" algn="just" defTabSz="914400" eaLnBrk="0" fontAlgn="base" hangingPunct="0">
              <a:spcBef>
                <a:spcPct val="0"/>
              </a:spcBef>
              <a:spcAft>
                <a:spcPct val="0"/>
              </a:spcAft>
              <a:buFont typeface="Arial" panose="020B0604020202020204" pitchFamily="34" charset="0"/>
              <a:buChar char="•"/>
            </a:pPr>
            <a:r>
              <a:rPr kumimoji="0" lang="es-ES" altLang="es-ES" sz="1600" i="1" u="none" strike="noStrike" cap="none" normalizeH="0" baseline="0" dirty="0">
                <a:ln>
                  <a:noFill/>
                </a:ln>
                <a:solidFill>
                  <a:schemeClr val="tx1"/>
                </a:solidFill>
                <a:effectLst/>
                <a:latin typeface="Aptos (Body)"/>
              </a:rPr>
              <a:t>Los genes analizados convergen en la vía de señalización de la Leptina y la homeostasis energética (KEGG hsa04915, </a:t>
            </a:r>
            <a:r>
              <a:rPr kumimoji="0" lang="es-ES" altLang="es-ES" sz="1600" i="1" u="none" strike="noStrike" cap="none" normalizeH="0" baseline="0" dirty="0" err="1">
                <a:ln>
                  <a:noFill/>
                </a:ln>
                <a:solidFill>
                  <a:schemeClr val="tx1"/>
                </a:solidFill>
                <a:effectLst/>
                <a:latin typeface="Aptos (Body)"/>
              </a:rPr>
              <a:t>Reactome</a:t>
            </a:r>
            <a:r>
              <a:rPr kumimoji="0" lang="es-ES" altLang="es-ES" sz="1600" i="1" u="none" strike="noStrike" cap="none" normalizeH="0" baseline="0" dirty="0">
                <a:ln>
                  <a:noFill/>
                </a:ln>
                <a:solidFill>
                  <a:schemeClr val="tx1"/>
                </a:solidFill>
                <a:effectLst/>
                <a:latin typeface="Aptos (Body)"/>
              </a:rPr>
              <a:t> R-HSA-380612):</a:t>
            </a:r>
            <a:r>
              <a:rPr lang="es-ES" altLang="es-ES" sz="1600" i="1" dirty="0">
                <a:latin typeface="Aptos (Body)"/>
              </a:rPr>
              <a:t> En condiciones normales, la leptina activa al LEPR en el hipotálamo, desencadenando la cascada JAK2/STAT3 para enviar señales de  saciedad, pero las mutaciones en LEPR impiden la fosforilación de STAT3, anulando la señal de saciedad. Esto induce un estado de "inanición perpetua", provocando hiperfagia (hambre insaciable) y reducción del gasto energético. TP53 modula genes de oxidación de ácidos grasos , mientras que componentes en el Chr18 (como SMAD4) son cruciales para la </a:t>
            </a:r>
            <a:r>
              <a:rPr lang="es-ES" altLang="es-ES" sz="1600" i="1" dirty="0" err="1">
                <a:latin typeface="Aptos (Body)"/>
              </a:rPr>
              <a:t>neuroplasticidad</a:t>
            </a:r>
            <a:r>
              <a:rPr lang="es-ES" altLang="es-ES" sz="1600" i="1" dirty="0">
                <a:latin typeface="Aptos (Body)"/>
              </a:rPr>
              <a:t> del hipotálamo, facilitando la conexión de los circuitos del apetito.</a:t>
            </a:r>
          </a:p>
        </p:txBody>
      </p:sp>
    </p:spTree>
    <p:extLst>
      <p:ext uri="{BB962C8B-B14F-4D97-AF65-F5344CB8AC3E}">
        <p14:creationId xmlns:p14="http://schemas.microsoft.com/office/powerpoint/2010/main" val="404599993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noFill/>
        <a:effectLst/>
      </p:bgPr>
    </p:bg>
    <p:spTree>
      <p:nvGrpSpPr>
        <p:cNvPr id="1" name=""/>
        <p:cNvGrpSpPr/>
        <p:nvPr/>
      </p:nvGrpSpPr>
      <p:grpSpPr>
        <a:xfrm>
          <a:off x="0" y="0"/>
          <a:ext cx="0" cy="0"/>
          <a:chOff x="0" y="0"/>
          <a:chExt cx="0" cy="0"/>
        </a:xfrm>
      </p:grpSpPr>
      <p:pic>
        <p:nvPicPr>
          <p:cNvPr id="5" name="Imagen 4">
            <a:extLst>
              <a:ext uri="{FF2B5EF4-FFF2-40B4-BE49-F238E27FC236}">
                <a16:creationId xmlns:a16="http://schemas.microsoft.com/office/drawing/2014/main" id="{FC82AA70-B96F-105E-7D3B-CBB162906972}"/>
              </a:ext>
            </a:extLst>
          </p:cNvPr>
          <p:cNvPicPr>
            <a:picLocks noChangeAspect="1"/>
          </p:cNvPicPr>
          <p:nvPr/>
        </p:nvPicPr>
        <p:blipFill>
          <a:blip r:embed="rId2"/>
          <a:stretch>
            <a:fillRect/>
          </a:stretch>
        </p:blipFill>
        <p:spPr>
          <a:xfrm>
            <a:off x="967770" y="1590585"/>
            <a:ext cx="8668960" cy="1286054"/>
          </a:xfrm>
          <a:prstGeom prst="rect">
            <a:avLst/>
          </a:prstGeom>
        </p:spPr>
      </p:pic>
      <p:pic>
        <p:nvPicPr>
          <p:cNvPr id="7" name="Imagen 6" descr="Imagen que contiene Texto&#10;&#10;El contenido generado por IA puede ser incorrecto.">
            <a:extLst>
              <a:ext uri="{FF2B5EF4-FFF2-40B4-BE49-F238E27FC236}">
                <a16:creationId xmlns:a16="http://schemas.microsoft.com/office/drawing/2014/main" id="{F2105C54-3B28-4FE9-59D3-AFBEAB254EB3}"/>
              </a:ext>
            </a:extLst>
          </p:cNvPr>
          <p:cNvPicPr>
            <a:picLocks noChangeAspect="1"/>
          </p:cNvPicPr>
          <p:nvPr/>
        </p:nvPicPr>
        <p:blipFill>
          <a:blip r:embed="rId3"/>
          <a:stretch>
            <a:fillRect/>
          </a:stretch>
        </p:blipFill>
        <p:spPr>
          <a:xfrm>
            <a:off x="967770" y="3419369"/>
            <a:ext cx="8688012" cy="1514686"/>
          </a:xfrm>
          <a:prstGeom prst="rect">
            <a:avLst/>
          </a:prstGeom>
        </p:spPr>
      </p:pic>
      <p:pic>
        <p:nvPicPr>
          <p:cNvPr id="9" name="Imagen 8" descr="Texto&#10;&#10;El contenido generado por IA puede ser incorrecto.">
            <a:extLst>
              <a:ext uri="{FF2B5EF4-FFF2-40B4-BE49-F238E27FC236}">
                <a16:creationId xmlns:a16="http://schemas.microsoft.com/office/drawing/2014/main" id="{820A2D46-3D3C-3D9E-7B10-A9F42126DCD6}"/>
              </a:ext>
            </a:extLst>
          </p:cNvPr>
          <p:cNvPicPr>
            <a:picLocks noChangeAspect="1"/>
          </p:cNvPicPr>
          <p:nvPr/>
        </p:nvPicPr>
        <p:blipFill>
          <a:blip r:embed="rId4"/>
          <a:stretch>
            <a:fillRect/>
          </a:stretch>
        </p:blipFill>
        <p:spPr>
          <a:xfrm>
            <a:off x="967770" y="5476785"/>
            <a:ext cx="8697539" cy="1295581"/>
          </a:xfrm>
          <a:prstGeom prst="rect">
            <a:avLst/>
          </a:prstGeom>
        </p:spPr>
      </p:pic>
      <p:pic>
        <p:nvPicPr>
          <p:cNvPr id="11" name="Imagen 10" descr="Imagen que contiene Texto&#10;&#10;El contenido generado por IA puede ser incorrecto.">
            <a:extLst>
              <a:ext uri="{FF2B5EF4-FFF2-40B4-BE49-F238E27FC236}">
                <a16:creationId xmlns:a16="http://schemas.microsoft.com/office/drawing/2014/main" id="{16E83D95-BD95-2653-57BE-E0402AE50006}"/>
              </a:ext>
            </a:extLst>
          </p:cNvPr>
          <p:cNvPicPr>
            <a:picLocks noChangeAspect="1"/>
          </p:cNvPicPr>
          <p:nvPr/>
        </p:nvPicPr>
        <p:blipFill>
          <a:blip r:embed="rId5"/>
          <a:stretch>
            <a:fillRect/>
          </a:stretch>
        </p:blipFill>
        <p:spPr>
          <a:xfrm>
            <a:off x="967770" y="7315096"/>
            <a:ext cx="8659433" cy="1324160"/>
          </a:xfrm>
          <a:prstGeom prst="rect">
            <a:avLst/>
          </a:prstGeom>
        </p:spPr>
      </p:pic>
      <p:graphicFrame>
        <p:nvGraphicFramePr>
          <p:cNvPr id="2" name="Table 1">
            <a:extLst>
              <a:ext uri="{FF2B5EF4-FFF2-40B4-BE49-F238E27FC236}">
                <a16:creationId xmlns:a16="http://schemas.microsoft.com/office/drawing/2014/main" id="{15617B42-8D94-3104-9B57-23ACFFEDBCBA}"/>
              </a:ext>
            </a:extLst>
          </p:cNvPr>
          <p:cNvGraphicFramePr>
            <a:graphicFrameLocks noGrp="1"/>
          </p:cNvGraphicFramePr>
          <p:nvPr>
            <p:extLst>
              <p:ext uri="{D42A27DB-BD31-4B8C-83A1-F6EECF244321}">
                <p14:modId xmlns:p14="http://schemas.microsoft.com/office/powerpoint/2010/main" val="736072371"/>
              </p:ext>
            </p:extLst>
          </p:nvPr>
        </p:nvGraphicFramePr>
        <p:xfrm>
          <a:off x="1039813" y="9501060"/>
          <a:ext cx="13039725" cy="5628640"/>
        </p:xfrm>
        <a:graphic>
          <a:graphicData uri="http://schemas.openxmlformats.org/drawingml/2006/table">
            <a:tbl>
              <a:tblPr firstRow="1">
                <a:tableStyleId>{69C7853C-536D-4A76-A0AE-DD22124D55A5}</a:tableStyleId>
              </a:tblPr>
              <a:tblGrid>
                <a:gridCol w="2607945">
                  <a:extLst>
                    <a:ext uri="{9D8B030D-6E8A-4147-A177-3AD203B41FA5}">
                      <a16:colId xmlns:a16="http://schemas.microsoft.com/office/drawing/2014/main" val="1125714231"/>
                    </a:ext>
                  </a:extLst>
                </a:gridCol>
                <a:gridCol w="2607945">
                  <a:extLst>
                    <a:ext uri="{9D8B030D-6E8A-4147-A177-3AD203B41FA5}">
                      <a16:colId xmlns:a16="http://schemas.microsoft.com/office/drawing/2014/main" val="579523154"/>
                    </a:ext>
                  </a:extLst>
                </a:gridCol>
                <a:gridCol w="2607945">
                  <a:extLst>
                    <a:ext uri="{9D8B030D-6E8A-4147-A177-3AD203B41FA5}">
                      <a16:colId xmlns:a16="http://schemas.microsoft.com/office/drawing/2014/main" val="1317236247"/>
                    </a:ext>
                  </a:extLst>
                </a:gridCol>
                <a:gridCol w="2607945">
                  <a:extLst>
                    <a:ext uri="{9D8B030D-6E8A-4147-A177-3AD203B41FA5}">
                      <a16:colId xmlns:a16="http://schemas.microsoft.com/office/drawing/2014/main" val="491748850"/>
                    </a:ext>
                  </a:extLst>
                </a:gridCol>
                <a:gridCol w="2607945">
                  <a:extLst>
                    <a:ext uri="{9D8B030D-6E8A-4147-A177-3AD203B41FA5}">
                      <a16:colId xmlns:a16="http://schemas.microsoft.com/office/drawing/2014/main" val="1241216690"/>
                    </a:ext>
                  </a:extLst>
                </a:gridCol>
              </a:tblGrid>
              <a:tr h="0">
                <a:tc>
                  <a:txBody>
                    <a:bodyPr/>
                    <a:lstStyle/>
                    <a:p>
                      <a:pPr algn="ctr" rtl="0">
                        <a:buNone/>
                      </a:pPr>
                      <a:r>
                        <a:rPr lang="es-ES" sz="2800" b="1" dirty="0">
                          <a:solidFill>
                            <a:schemeClr val="bg1"/>
                          </a:solidFill>
                          <a:effectLst/>
                          <a:latin typeface="Aptos (Body)"/>
                          <a:cs typeface="Times New Roman" panose="02020603050405020304" pitchFamily="18" charset="0"/>
                        </a:rPr>
                        <a:t>Gen</a:t>
                      </a:r>
                      <a:endParaRPr lang="es-ES" sz="2800" dirty="0">
                        <a:solidFill>
                          <a:schemeClr val="bg1"/>
                        </a:solidFill>
                        <a:effectLst/>
                        <a:latin typeface="Aptos (Body)"/>
                        <a:cs typeface="Times New Roman" panose="02020603050405020304" pitchFamily="18" charset="0"/>
                      </a:endParaRPr>
                    </a:p>
                  </a:txBody>
                  <a:tcPr marL="76200" marR="76200" marT="50800" marB="50800" anchor="ctr"/>
                </a:tc>
                <a:tc>
                  <a:txBody>
                    <a:bodyPr/>
                    <a:lstStyle/>
                    <a:p>
                      <a:pPr algn="ctr" rtl="0">
                        <a:buNone/>
                      </a:pPr>
                      <a:r>
                        <a:rPr lang="es-ES" sz="2800" b="1" dirty="0">
                          <a:solidFill>
                            <a:schemeClr val="bg1"/>
                          </a:solidFill>
                          <a:effectLst/>
                          <a:latin typeface="Aptos (Body)"/>
                          <a:cs typeface="Times New Roman" panose="02020603050405020304" pitchFamily="18" charset="0"/>
                        </a:rPr>
                        <a:t>Nomenclatura g. (hg38)</a:t>
                      </a:r>
                      <a:endParaRPr lang="es-ES" sz="2800" dirty="0">
                        <a:solidFill>
                          <a:schemeClr val="bg1"/>
                        </a:solidFill>
                        <a:effectLst/>
                        <a:latin typeface="Aptos (Body)"/>
                        <a:cs typeface="Times New Roman" panose="02020603050405020304" pitchFamily="18" charset="0"/>
                      </a:endParaRPr>
                    </a:p>
                  </a:txBody>
                  <a:tcPr marL="76200" marR="76200" marT="50800" marB="50800" anchor="ctr"/>
                </a:tc>
                <a:tc>
                  <a:txBody>
                    <a:bodyPr/>
                    <a:lstStyle/>
                    <a:p>
                      <a:pPr algn="ctr" rtl="0">
                        <a:buNone/>
                      </a:pPr>
                      <a:r>
                        <a:rPr lang="es-ES" sz="2800" b="1">
                          <a:solidFill>
                            <a:schemeClr val="bg1"/>
                          </a:solidFill>
                          <a:effectLst/>
                          <a:latin typeface="Aptos (Body)"/>
                          <a:cs typeface="Times New Roman" panose="02020603050405020304" pitchFamily="18" charset="0"/>
                        </a:rPr>
                        <a:t>Nomenclatura c. (Transcrito)</a:t>
                      </a:r>
                      <a:endParaRPr lang="es-ES" sz="2800">
                        <a:solidFill>
                          <a:schemeClr val="bg1"/>
                        </a:solidFill>
                        <a:effectLst/>
                        <a:latin typeface="Aptos (Body)"/>
                        <a:cs typeface="Times New Roman" panose="02020603050405020304" pitchFamily="18" charset="0"/>
                      </a:endParaRPr>
                    </a:p>
                  </a:txBody>
                  <a:tcPr marL="76200" marR="76200" marT="50800" marB="50800" anchor="ctr"/>
                </a:tc>
                <a:tc>
                  <a:txBody>
                    <a:bodyPr/>
                    <a:lstStyle/>
                    <a:p>
                      <a:pPr algn="ctr" rtl="0">
                        <a:buNone/>
                      </a:pPr>
                      <a:r>
                        <a:rPr lang="es-ES" sz="2800" b="1">
                          <a:solidFill>
                            <a:schemeClr val="bg1"/>
                          </a:solidFill>
                          <a:effectLst/>
                          <a:latin typeface="Aptos (Body)"/>
                          <a:cs typeface="Times New Roman" panose="02020603050405020304" pitchFamily="18" charset="0"/>
                        </a:rPr>
                        <a:t>Nomenclatura p. (Proteína)</a:t>
                      </a:r>
                      <a:endParaRPr lang="es-ES" sz="2800">
                        <a:solidFill>
                          <a:schemeClr val="bg1"/>
                        </a:solidFill>
                        <a:effectLst/>
                        <a:latin typeface="Aptos (Body)"/>
                        <a:cs typeface="Times New Roman" panose="02020603050405020304" pitchFamily="18" charset="0"/>
                      </a:endParaRPr>
                    </a:p>
                  </a:txBody>
                  <a:tcPr marL="76200" marR="76200" marT="50800" marB="50800" anchor="ctr"/>
                </a:tc>
                <a:tc>
                  <a:txBody>
                    <a:bodyPr/>
                    <a:lstStyle/>
                    <a:p>
                      <a:pPr algn="ctr" rtl="0">
                        <a:buNone/>
                      </a:pPr>
                      <a:r>
                        <a:rPr lang="es-ES" sz="2800" b="1" dirty="0" err="1">
                          <a:solidFill>
                            <a:schemeClr val="bg1"/>
                          </a:solidFill>
                          <a:effectLst/>
                          <a:latin typeface="Aptos (Body)"/>
                          <a:cs typeface="Times New Roman" panose="02020603050405020304" pitchFamily="18" charset="0"/>
                        </a:rPr>
                        <a:t>Cigocidad</a:t>
                      </a:r>
                      <a:endParaRPr lang="es-ES" sz="2800" dirty="0">
                        <a:solidFill>
                          <a:schemeClr val="bg1"/>
                        </a:solidFill>
                        <a:effectLst/>
                        <a:latin typeface="Aptos (Body)"/>
                        <a:cs typeface="Times New Roman" panose="02020603050405020304" pitchFamily="18" charset="0"/>
                      </a:endParaRPr>
                    </a:p>
                  </a:txBody>
                  <a:tcPr marL="76200" marR="76200" marT="50800" marB="50800" anchor="ctr"/>
                </a:tc>
                <a:extLst>
                  <a:ext uri="{0D108BD9-81ED-4DB2-BD59-A6C34878D82A}">
                    <a16:rowId xmlns:a16="http://schemas.microsoft.com/office/drawing/2014/main" val="728560836"/>
                  </a:ext>
                </a:extLst>
              </a:tr>
              <a:tr h="0">
                <a:tc>
                  <a:txBody>
                    <a:bodyPr/>
                    <a:lstStyle/>
                    <a:p>
                      <a:pPr algn="ctr" rtl="0">
                        <a:buNone/>
                      </a:pPr>
                      <a:r>
                        <a:rPr lang="es-ES" sz="2800" b="1" dirty="0">
                          <a:solidFill>
                            <a:schemeClr val="bg1"/>
                          </a:solidFill>
                          <a:effectLst/>
                          <a:latin typeface="Aptos (Body)"/>
                          <a:cs typeface="Times New Roman" panose="02020603050405020304" pitchFamily="18" charset="0"/>
                        </a:rPr>
                        <a:t>LEPR</a:t>
                      </a:r>
                      <a:endParaRPr lang="es-ES" sz="2800" dirty="0">
                        <a:solidFill>
                          <a:schemeClr val="bg1"/>
                        </a:solidFill>
                        <a:effectLst/>
                        <a:latin typeface="Aptos (Body)"/>
                        <a:cs typeface="Times New Roman" panose="02020603050405020304" pitchFamily="18" charset="0"/>
                      </a:endParaRPr>
                    </a:p>
                  </a:txBody>
                  <a:tcPr marL="76200" marR="76200" marT="50800" marB="50800" anchor="ctr"/>
                </a:tc>
                <a:tc>
                  <a:txBody>
                    <a:bodyPr/>
                    <a:lstStyle/>
                    <a:p>
                      <a:pPr algn="ctr" rtl="0">
                        <a:buNone/>
                      </a:pPr>
                      <a:r>
                        <a:rPr lang="es-ES" sz="2800">
                          <a:solidFill>
                            <a:schemeClr val="bg1"/>
                          </a:solidFill>
                          <a:effectLst/>
                          <a:latin typeface="Aptos (Body)"/>
                          <a:cs typeface="Times New Roman" panose="02020603050405020304" pitchFamily="18" charset="0"/>
                        </a:rPr>
                        <a:t>chr1:65,609,984 </a:t>
                      </a:r>
                    </a:p>
                  </a:txBody>
                  <a:tcPr marL="76200" marR="76200" marT="50800" marB="50800" anchor="ctr"/>
                </a:tc>
                <a:tc>
                  <a:txBody>
                    <a:bodyPr/>
                    <a:lstStyle/>
                    <a:p>
                      <a:pPr algn="ctr" rtl="0">
                        <a:buNone/>
                      </a:pPr>
                      <a:r>
                        <a:rPr lang="pt-BR" sz="2800">
                          <a:solidFill>
                            <a:schemeClr val="bg1"/>
                          </a:solidFill>
                          <a:effectLst/>
                          <a:latin typeface="Aptos (Body)"/>
                          <a:cs typeface="Times New Roman" panose="02020603050405020304" pitchFamily="18" charset="0"/>
                        </a:rPr>
                        <a:t>NM_002303.6:c.326A&gt;G </a:t>
                      </a:r>
                    </a:p>
                  </a:txBody>
                  <a:tcPr marL="76200" marR="76200" marT="50800" marB="50800" anchor="ctr"/>
                </a:tc>
                <a:tc>
                  <a:txBody>
                    <a:bodyPr/>
                    <a:lstStyle/>
                    <a:p>
                      <a:pPr algn="ctr" rtl="0">
                        <a:buNone/>
                      </a:pPr>
                      <a:r>
                        <a:rPr lang="es-ES" sz="2800">
                          <a:solidFill>
                            <a:schemeClr val="bg1"/>
                          </a:solidFill>
                          <a:effectLst/>
                          <a:latin typeface="Aptos (Body)"/>
                          <a:cs typeface="Times New Roman" panose="02020603050405020304" pitchFamily="18" charset="0"/>
                        </a:rPr>
                        <a:t>NP_002294.2:p.Lys109Arg </a:t>
                      </a:r>
                    </a:p>
                  </a:txBody>
                  <a:tcPr marL="76200" marR="76200" marT="50800" marB="50800" anchor="ctr"/>
                </a:tc>
                <a:tc>
                  <a:txBody>
                    <a:bodyPr/>
                    <a:lstStyle/>
                    <a:p>
                      <a:pPr algn="ctr" rtl="0">
                        <a:buNone/>
                      </a:pPr>
                      <a:r>
                        <a:rPr lang="es-ES" sz="2800">
                          <a:solidFill>
                            <a:schemeClr val="bg1"/>
                          </a:solidFill>
                          <a:effectLst/>
                          <a:latin typeface="Aptos (Body)"/>
                          <a:cs typeface="Times New Roman" panose="02020603050405020304" pitchFamily="18" charset="0"/>
                        </a:rPr>
                        <a:t>Heterocigoto </a:t>
                      </a:r>
                    </a:p>
                  </a:txBody>
                  <a:tcPr marL="76200" marR="76200" marT="50800" marB="50800" anchor="ctr"/>
                </a:tc>
                <a:extLst>
                  <a:ext uri="{0D108BD9-81ED-4DB2-BD59-A6C34878D82A}">
                    <a16:rowId xmlns:a16="http://schemas.microsoft.com/office/drawing/2014/main" val="3734797205"/>
                  </a:ext>
                </a:extLst>
              </a:tr>
              <a:tr h="0">
                <a:tc>
                  <a:txBody>
                    <a:bodyPr/>
                    <a:lstStyle/>
                    <a:p>
                      <a:pPr algn="ctr" rtl="0">
                        <a:buNone/>
                      </a:pPr>
                      <a:r>
                        <a:rPr lang="es-ES" sz="2800" b="1" dirty="0">
                          <a:solidFill>
                            <a:schemeClr val="bg1"/>
                          </a:solidFill>
                          <a:effectLst/>
                          <a:latin typeface="Aptos (Body)"/>
                          <a:cs typeface="Times New Roman" panose="02020603050405020304" pitchFamily="18" charset="0"/>
                        </a:rPr>
                        <a:t>TP53</a:t>
                      </a:r>
                      <a:endParaRPr lang="es-ES" sz="2800" dirty="0">
                        <a:solidFill>
                          <a:schemeClr val="bg1"/>
                        </a:solidFill>
                        <a:effectLst/>
                        <a:latin typeface="Aptos (Body)"/>
                        <a:cs typeface="Times New Roman" panose="02020603050405020304" pitchFamily="18" charset="0"/>
                      </a:endParaRPr>
                    </a:p>
                  </a:txBody>
                  <a:tcPr marL="76200" marR="76200" marT="50800" marB="50800" anchor="ctr"/>
                </a:tc>
                <a:tc>
                  <a:txBody>
                    <a:bodyPr/>
                    <a:lstStyle/>
                    <a:p>
                      <a:pPr algn="ctr" rtl="0">
                        <a:buNone/>
                      </a:pPr>
                      <a:r>
                        <a:rPr lang="es-ES" sz="2800" dirty="0">
                          <a:solidFill>
                            <a:schemeClr val="bg1"/>
                          </a:solidFill>
                          <a:effectLst/>
                          <a:latin typeface="Aptos (Body)"/>
                          <a:cs typeface="Times New Roman" panose="02020603050405020304" pitchFamily="18" charset="0"/>
                        </a:rPr>
                        <a:t>chr17:7,676,154 </a:t>
                      </a:r>
                    </a:p>
                  </a:txBody>
                  <a:tcPr marL="76200" marR="76200" marT="50800" marB="50800" anchor="ctr"/>
                </a:tc>
                <a:tc>
                  <a:txBody>
                    <a:bodyPr/>
                    <a:lstStyle/>
                    <a:p>
                      <a:pPr algn="ctr" rtl="0">
                        <a:buNone/>
                      </a:pPr>
                      <a:r>
                        <a:rPr lang="es-ES" sz="2800">
                          <a:solidFill>
                            <a:schemeClr val="bg1"/>
                          </a:solidFill>
                          <a:effectLst/>
                          <a:latin typeface="Aptos (Body)"/>
                          <a:cs typeface="Times New Roman" panose="02020603050405020304" pitchFamily="18" charset="0"/>
                        </a:rPr>
                        <a:t>NM_000546.6:c.215C&gt;T </a:t>
                      </a:r>
                    </a:p>
                  </a:txBody>
                  <a:tcPr marL="76200" marR="76200" marT="50800" marB="50800" anchor="ctr"/>
                </a:tc>
                <a:tc>
                  <a:txBody>
                    <a:bodyPr/>
                    <a:lstStyle/>
                    <a:p>
                      <a:pPr algn="ctr" rtl="0">
                        <a:buNone/>
                      </a:pPr>
                      <a:r>
                        <a:rPr lang="es-ES" sz="2800">
                          <a:solidFill>
                            <a:schemeClr val="bg1"/>
                          </a:solidFill>
                          <a:effectLst/>
                          <a:latin typeface="Aptos (Body)"/>
                          <a:cs typeface="Times New Roman" panose="02020603050405020304" pitchFamily="18" charset="0"/>
                        </a:rPr>
                        <a:t>NP_000537.3:p.Pro72Leu </a:t>
                      </a:r>
                    </a:p>
                  </a:txBody>
                  <a:tcPr marL="76200" marR="76200" marT="50800" marB="50800" anchor="ctr"/>
                </a:tc>
                <a:tc>
                  <a:txBody>
                    <a:bodyPr/>
                    <a:lstStyle/>
                    <a:p>
                      <a:pPr algn="ctr" rtl="0">
                        <a:buNone/>
                      </a:pPr>
                      <a:r>
                        <a:rPr lang="es-ES" sz="2800">
                          <a:solidFill>
                            <a:schemeClr val="bg1"/>
                          </a:solidFill>
                          <a:effectLst/>
                          <a:latin typeface="Aptos (Body)"/>
                          <a:cs typeface="Times New Roman" panose="02020603050405020304" pitchFamily="18" charset="0"/>
                        </a:rPr>
                        <a:t>Heterocigoto </a:t>
                      </a:r>
                    </a:p>
                  </a:txBody>
                  <a:tcPr marL="76200" marR="76200" marT="50800" marB="50800" anchor="ctr"/>
                </a:tc>
                <a:extLst>
                  <a:ext uri="{0D108BD9-81ED-4DB2-BD59-A6C34878D82A}">
                    <a16:rowId xmlns:a16="http://schemas.microsoft.com/office/drawing/2014/main" val="3135609688"/>
                  </a:ext>
                </a:extLst>
              </a:tr>
              <a:tr h="0">
                <a:tc>
                  <a:txBody>
                    <a:bodyPr/>
                    <a:lstStyle/>
                    <a:p>
                      <a:pPr algn="ctr" rtl="0">
                        <a:buNone/>
                      </a:pPr>
                      <a:r>
                        <a:rPr lang="es-ES" sz="2800" b="1">
                          <a:solidFill>
                            <a:schemeClr val="bg1"/>
                          </a:solidFill>
                          <a:effectLst/>
                          <a:latin typeface="Aptos (Body)"/>
                          <a:cs typeface="Times New Roman" panose="02020603050405020304" pitchFamily="18" charset="0"/>
                        </a:rPr>
                        <a:t>MC4R</a:t>
                      </a:r>
                      <a:endParaRPr lang="es-ES" sz="2800">
                        <a:solidFill>
                          <a:schemeClr val="bg1"/>
                        </a:solidFill>
                        <a:effectLst/>
                        <a:latin typeface="Aptos (Body)"/>
                        <a:cs typeface="Times New Roman" panose="02020603050405020304" pitchFamily="18" charset="0"/>
                      </a:endParaRPr>
                    </a:p>
                  </a:txBody>
                  <a:tcPr marL="76200" marR="76200" marT="50800" marB="50800" anchor="ctr"/>
                </a:tc>
                <a:tc>
                  <a:txBody>
                    <a:bodyPr/>
                    <a:lstStyle/>
                    <a:p>
                      <a:pPr algn="ctr" rtl="0">
                        <a:buNone/>
                      </a:pPr>
                      <a:r>
                        <a:rPr lang="es-ES" sz="2800">
                          <a:solidFill>
                            <a:schemeClr val="bg1"/>
                          </a:solidFill>
                          <a:effectLst/>
                          <a:latin typeface="Aptos (Body)"/>
                          <a:cs typeface="Times New Roman" panose="02020603050405020304" pitchFamily="18" charset="0"/>
                        </a:rPr>
                        <a:t>chr18:60,371,535 </a:t>
                      </a:r>
                    </a:p>
                  </a:txBody>
                  <a:tcPr marL="76200" marR="76200" marT="50800" marB="50800" anchor="ctr"/>
                </a:tc>
                <a:tc>
                  <a:txBody>
                    <a:bodyPr/>
                    <a:lstStyle/>
                    <a:p>
                      <a:pPr algn="ctr" rtl="0">
                        <a:buNone/>
                      </a:pPr>
                      <a:r>
                        <a:rPr lang="pt-BR" sz="2800" dirty="0">
                          <a:solidFill>
                            <a:schemeClr val="bg1"/>
                          </a:solidFill>
                          <a:effectLst/>
                          <a:latin typeface="Aptos (Body)"/>
                          <a:cs typeface="Times New Roman" panose="02020603050405020304" pitchFamily="18" charset="0"/>
                        </a:rPr>
                        <a:t>NM_005912.3:c.815C&gt;A </a:t>
                      </a:r>
                    </a:p>
                  </a:txBody>
                  <a:tcPr marL="76200" marR="76200" marT="50800" marB="50800" anchor="ctr"/>
                </a:tc>
                <a:tc>
                  <a:txBody>
                    <a:bodyPr/>
                    <a:lstStyle/>
                    <a:p>
                      <a:pPr algn="ctr" rtl="0">
                        <a:buNone/>
                      </a:pPr>
                      <a:r>
                        <a:rPr lang="es-ES" sz="2800">
                          <a:solidFill>
                            <a:schemeClr val="bg1"/>
                          </a:solidFill>
                          <a:effectLst/>
                          <a:latin typeface="Aptos (Body)"/>
                          <a:cs typeface="Times New Roman" panose="02020603050405020304" pitchFamily="18" charset="0"/>
                        </a:rPr>
                        <a:t>ENSP00000299766.3:p.Pro272His </a:t>
                      </a:r>
                    </a:p>
                  </a:txBody>
                  <a:tcPr marL="76200" marR="76200" marT="50800" marB="50800" anchor="ctr"/>
                </a:tc>
                <a:tc>
                  <a:txBody>
                    <a:bodyPr/>
                    <a:lstStyle/>
                    <a:p>
                      <a:pPr algn="ctr" rtl="0">
                        <a:buNone/>
                      </a:pPr>
                      <a:r>
                        <a:rPr lang="es-ES" sz="2800">
                          <a:solidFill>
                            <a:schemeClr val="bg1"/>
                          </a:solidFill>
                          <a:effectLst/>
                          <a:latin typeface="Aptos (Body)"/>
                          <a:cs typeface="Times New Roman" panose="02020603050405020304" pitchFamily="18" charset="0"/>
                        </a:rPr>
                        <a:t>SNP </a:t>
                      </a:r>
                    </a:p>
                  </a:txBody>
                  <a:tcPr marL="76200" marR="76200" marT="50800" marB="50800" anchor="ctr"/>
                </a:tc>
                <a:extLst>
                  <a:ext uri="{0D108BD9-81ED-4DB2-BD59-A6C34878D82A}">
                    <a16:rowId xmlns:a16="http://schemas.microsoft.com/office/drawing/2014/main" val="3899910295"/>
                  </a:ext>
                </a:extLst>
              </a:tr>
              <a:tr h="0">
                <a:tc>
                  <a:txBody>
                    <a:bodyPr/>
                    <a:lstStyle/>
                    <a:p>
                      <a:pPr algn="ctr" rtl="0">
                        <a:buNone/>
                      </a:pPr>
                      <a:r>
                        <a:rPr lang="es-ES" sz="2800" b="1" dirty="0">
                          <a:solidFill>
                            <a:schemeClr val="bg1"/>
                          </a:solidFill>
                          <a:effectLst/>
                          <a:latin typeface="Aptos (Body)"/>
                          <a:cs typeface="Times New Roman" panose="02020603050405020304" pitchFamily="18" charset="0"/>
                        </a:rPr>
                        <a:t>MED12</a:t>
                      </a:r>
                      <a:endParaRPr lang="es-ES" sz="2800" dirty="0">
                        <a:solidFill>
                          <a:schemeClr val="bg1"/>
                        </a:solidFill>
                        <a:effectLst/>
                        <a:latin typeface="Aptos (Body)"/>
                        <a:cs typeface="Times New Roman" panose="02020603050405020304" pitchFamily="18" charset="0"/>
                      </a:endParaRPr>
                    </a:p>
                  </a:txBody>
                  <a:tcPr marL="76200" marR="76200" marT="50800" marB="50800" anchor="ctr"/>
                </a:tc>
                <a:tc>
                  <a:txBody>
                    <a:bodyPr/>
                    <a:lstStyle/>
                    <a:p>
                      <a:pPr algn="ctr" rtl="0">
                        <a:buNone/>
                      </a:pPr>
                      <a:r>
                        <a:rPr lang="es-ES" sz="2800">
                          <a:solidFill>
                            <a:schemeClr val="bg1"/>
                          </a:solidFill>
                          <a:effectLst/>
                          <a:latin typeface="Aptos (Body)"/>
                          <a:cs typeface="Times New Roman" panose="02020603050405020304" pitchFamily="18" charset="0"/>
                        </a:rPr>
                        <a:t>chrX:71,121,046 </a:t>
                      </a:r>
                    </a:p>
                  </a:txBody>
                  <a:tcPr marL="76200" marR="76200" marT="50800" marB="50800" anchor="ctr"/>
                </a:tc>
                <a:tc>
                  <a:txBody>
                    <a:bodyPr/>
                    <a:lstStyle/>
                    <a:p>
                      <a:pPr algn="ctr" rtl="0">
                        <a:buNone/>
                      </a:pPr>
                      <a:r>
                        <a:rPr lang="es-ES" sz="2800" dirty="0">
                          <a:solidFill>
                            <a:schemeClr val="bg1"/>
                          </a:solidFill>
                          <a:effectLst/>
                          <a:latin typeface="Aptos (Body)"/>
                          <a:cs typeface="Times New Roman" panose="02020603050405020304" pitchFamily="18" charset="0"/>
                        </a:rPr>
                        <a:t>NM_005120.3:c.629C&gt;T </a:t>
                      </a:r>
                    </a:p>
                  </a:txBody>
                  <a:tcPr marL="76200" marR="76200" marT="50800" marB="50800" anchor="ctr"/>
                </a:tc>
                <a:tc>
                  <a:txBody>
                    <a:bodyPr/>
                    <a:lstStyle/>
                    <a:p>
                      <a:pPr algn="ctr" rtl="0">
                        <a:buNone/>
                      </a:pPr>
                      <a:r>
                        <a:rPr lang="es-ES" sz="2800" dirty="0">
                          <a:solidFill>
                            <a:schemeClr val="bg1"/>
                          </a:solidFill>
                          <a:effectLst/>
                          <a:latin typeface="Aptos (Body)"/>
                          <a:cs typeface="Times New Roman" panose="02020603050405020304" pitchFamily="18" charset="0"/>
                        </a:rPr>
                        <a:t>ENSP00000333125.8:p.Ala210Val </a:t>
                      </a:r>
                    </a:p>
                  </a:txBody>
                  <a:tcPr marL="76200" marR="76200" marT="50800" marB="50800" anchor="ctr"/>
                </a:tc>
                <a:tc>
                  <a:txBody>
                    <a:bodyPr/>
                    <a:lstStyle/>
                    <a:p>
                      <a:pPr algn="ctr" rtl="0">
                        <a:buNone/>
                      </a:pPr>
                      <a:r>
                        <a:rPr lang="es-ES" sz="2800" dirty="0">
                          <a:solidFill>
                            <a:schemeClr val="bg1"/>
                          </a:solidFill>
                          <a:effectLst/>
                          <a:latin typeface="Aptos (Body)"/>
                          <a:cs typeface="Times New Roman" panose="02020603050405020304" pitchFamily="18" charset="0"/>
                        </a:rPr>
                        <a:t>SNP </a:t>
                      </a:r>
                    </a:p>
                  </a:txBody>
                  <a:tcPr marL="76200" marR="76200" marT="50800" marB="50800" anchor="ctr"/>
                </a:tc>
                <a:extLst>
                  <a:ext uri="{0D108BD9-81ED-4DB2-BD59-A6C34878D82A}">
                    <a16:rowId xmlns:a16="http://schemas.microsoft.com/office/drawing/2014/main" val="2802499724"/>
                  </a:ext>
                </a:extLst>
              </a:tr>
            </a:tbl>
          </a:graphicData>
        </a:graphic>
      </p:graphicFrame>
    </p:spTree>
    <p:extLst>
      <p:ext uri="{BB962C8B-B14F-4D97-AF65-F5344CB8AC3E}">
        <p14:creationId xmlns:p14="http://schemas.microsoft.com/office/powerpoint/2010/main" val="3659034073"/>
      </p:ext>
    </p:extLst>
  </p:cSld>
  <p:clrMapOvr>
    <a:masterClrMapping/>
  </p:clrMapOvr>
</p:sld>
</file>

<file path=ppt/theme/theme1.xml><?xml version="1.0" encoding="utf-8"?>
<a:theme xmlns:a="http://schemas.openxmlformats.org/drawingml/2006/main" name="Tema de Office">
  <a:themeElements>
    <a:clrScheme name="Tema de 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Tema de 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Tema de 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o" ma:contentTypeID="0x010100DF3D7C797EA12745A270EF30E38719B9" ma:contentTypeVersion="20" ma:contentTypeDescription="Crear nuevo documento." ma:contentTypeScope="" ma:versionID="98b23ce13f8ef13134c980882a27b8cc">
  <xsd:schema xmlns:xsd="http://www.w3.org/2001/XMLSchema" xmlns:xs="http://www.w3.org/2001/XMLSchema" xmlns:p="http://schemas.microsoft.com/office/2006/metadata/properties" xmlns:ns2="0a70e875-3d35-4be2-921f-7117c31bab9b" xmlns:ns3="27c1adeb-3674-457c-b08c-8a73f31b6e23" targetNamespace="http://schemas.microsoft.com/office/2006/metadata/properties" ma:root="true" ma:fieldsID="83d50475b18a8f95f7f8edf1c6caa3f2" ns2:_="" ns3:_="">
    <xsd:import namespace="0a70e875-3d35-4be2-921f-7117c31bab9b"/>
    <xsd:import namespace="27c1adeb-3674-457c-b08c-8a73f31b6e23"/>
    <xsd:element name="properties">
      <xsd:complexType>
        <xsd:sequence>
          <xsd:element name="documentManagement">
            <xsd:complexType>
              <xsd:all>
                <xsd:element ref="ns2:SharedWithUsers" minOccurs="0"/>
                <xsd:element ref="ns2:SharedWithDetails" minOccurs="0"/>
                <xsd:element ref="ns3:MediaServiceMetadata" minOccurs="0"/>
                <xsd:element ref="ns3:MediaServiceFastMetadata" minOccurs="0"/>
                <xsd:element ref="ns3:MediaServiceAutoKeyPoints" minOccurs="0"/>
                <xsd:element ref="ns3:MediaServiceKeyPoints" minOccurs="0"/>
                <xsd:element ref="ns3:MediaServiceAutoTags" minOccurs="0"/>
                <xsd:element ref="ns3:MediaServiceOCR" minOccurs="0"/>
                <xsd:element ref="ns3:MediaServiceGenerationTime" minOccurs="0"/>
                <xsd:element ref="ns3:MediaServiceEventHashCode" minOccurs="0"/>
                <xsd:element ref="ns3:MediaServiceDateTaken" minOccurs="0"/>
                <xsd:element ref="ns3:MediaLengthInSeconds" minOccurs="0"/>
                <xsd:element ref="ns3:MediaServiceLocation" minOccurs="0"/>
                <xsd:element ref="ns3:lcf76f155ced4ddcb4097134ff3c332f" minOccurs="0"/>
                <xsd:element ref="ns2:TaxCatchAll" minOccurs="0"/>
                <xsd:element ref="ns3:MediaServiceSearchProperties" minOccurs="0"/>
                <xsd:element ref="ns3:_Flow_SignoffStatus" minOccurs="0"/>
                <xsd:element ref="ns3:MediaServiceObjectDetectorVersions" minOccurs="0"/>
                <xsd:element ref="ns3: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0a70e875-3d35-4be2-921f-7117c31bab9b" elementFormDefault="qualified">
    <xsd:import namespace="http://schemas.microsoft.com/office/2006/documentManagement/types"/>
    <xsd:import namespace="http://schemas.microsoft.com/office/infopath/2007/PartnerControls"/>
    <xsd:element name="SharedWithUsers" ma:index="8" nillable="true" ma:displayName="Compartido con"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9" nillable="true" ma:displayName="Detalles de uso compartido" ma:internalName="SharedWithDetails" ma:readOnly="true">
      <xsd:simpleType>
        <xsd:restriction base="dms:Note">
          <xsd:maxLength value="255"/>
        </xsd:restriction>
      </xsd:simpleType>
    </xsd:element>
    <xsd:element name="TaxCatchAll" ma:index="23" nillable="true" ma:displayName="Taxonomy Catch All Column" ma:hidden="true" ma:list="{c7f67346-78c9-4c4d-b954-8d350fdf60db}" ma:internalName="TaxCatchAll" ma:showField="CatchAllData" ma:web="0a70e875-3d35-4be2-921f-7117c31bab9b">
      <xsd:complexType>
        <xsd:complexContent>
          <xsd:extension base="dms:MultiChoiceLookup">
            <xsd:sequence>
              <xsd:element name="Value" type="dms:Lookup" maxOccurs="unbounded" minOccurs="0" nillable="true"/>
            </xsd:sequence>
          </xsd:extension>
        </xsd:complexContent>
      </xsd:complexType>
    </xsd:element>
  </xsd:schema>
  <xsd:schema xmlns:xsd="http://www.w3.org/2001/XMLSchema" xmlns:xs="http://www.w3.org/2001/XMLSchema" xmlns:dms="http://schemas.microsoft.com/office/2006/documentManagement/types" xmlns:pc="http://schemas.microsoft.com/office/infopath/2007/PartnerControls" targetNamespace="27c1adeb-3674-457c-b08c-8a73f31b6e23" elementFormDefault="qualified">
    <xsd:import namespace="http://schemas.microsoft.com/office/2006/documentManagement/types"/>
    <xsd:import namespace="http://schemas.microsoft.com/office/infopath/2007/PartnerControls"/>
    <xsd:element name="MediaServiceMetadata" ma:index="10" nillable="true" ma:displayName="MediaServiceMetadata" ma:hidden="true" ma:internalName="MediaServiceMetadata" ma:readOnly="true">
      <xsd:simpleType>
        <xsd:restriction base="dms:Note"/>
      </xsd:simpleType>
    </xsd:element>
    <xsd:element name="MediaServiceFastMetadata" ma:index="11" nillable="true" ma:displayName="MediaServiceFastMetadata" ma:hidden="true" ma:internalName="MediaServiceFastMetadata" ma:readOnly="true">
      <xsd:simpleType>
        <xsd:restriction base="dms:Note"/>
      </xsd:simpleType>
    </xsd:element>
    <xsd:element name="MediaServiceAutoKeyPoints" ma:index="12" nillable="true" ma:displayName="MediaServiceAutoKeyPoints" ma:hidden="true" ma:internalName="MediaServiceAutoKeyPoints" ma:readOnly="true">
      <xsd:simpleType>
        <xsd:restriction base="dms:Note"/>
      </xsd:simpleType>
    </xsd:element>
    <xsd:element name="MediaServiceKeyPoints" ma:index="13" nillable="true" ma:displayName="KeyPoints" ma:internalName="MediaServiceKeyPoints" ma:readOnly="true">
      <xsd:simpleType>
        <xsd:restriction base="dms:Note">
          <xsd:maxLength value="255"/>
        </xsd:restriction>
      </xsd:simpleType>
    </xsd:element>
    <xsd:element name="MediaServiceAutoTags" ma:index="14" nillable="true" ma:displayName="Tags" ma:internalName="MediaServiceAutoTags" ma:readOnly="true">
      <xsd:simpleType>
        <xsd:restriction base="dms:Text"/>
      </xsd:simpleType>
    </xsd:element>
    <xsd:element name="MediaServiceOCR" ma:index="15" nillable="true" ma:displayName="Extracted Text" ma:internalName="MediaServiceOCR" ma:readOnly="true">
      <xsd:simpleType>
        <xsd:restriction base="dms:Note">
          <xsd:maxLength value="255"/>
        </xsd:restriction>
      </xsd:simpleType>
    </xsd:element>
    <xsd:element name="MediaServiceGenerationTime" ma:index="16" nillable="true" ma:displayName="MediaServiceGenerationTime" ma:hidden="true" ma:internalName="MediaServiceGenerationTime" ma:readOnly="true">
      <xsd:simpleType>
        <xsd:restriction base="dms:Text"/>
      </xsd:simpleType>
    </xsd:element>
    <xsd:element name="MediaServiceEventHashCode" ma:index="17" nillable="true" ma:displayName="MediaServiceEventHashCode" ma:hidden="true" ma:internalName="MediaServiceEventHashCode" ma:readOnly="true">
      <xsd:simpleType>
        <xsd:restriction base="dms:Text"/>
      </xsd:simpleType>
    </xsd:element>
    <xsd:element name="MediaServiceDateTaken" ma:index="18" nillable="true" ma:displayName="MediaServiceDateTaken" ma:hidden="true" ma:internalName="MediaServiceDateTaken" ma:readOnly="true">
      <xsd:simpleType>
        <xsd:restriction base="dms:Text"/>
      </xsd:simpleType>
    </xsd:element>
    <xsd:element name="MediaLengthInSeconds" ma:index="19" nillable="true" ma:displayName="Length (seconds)" ma:internalName="MediaLengthInSeconds" ma:readOnly="true">
      <xsd:simpleType>
        <xsd:restriction base="dms:Unknown"/>
      </xsd:simpleType>
    </xsd:element>
    <xsd:element name="MediaServiceLocation" ma:index="20" nillable="true" ma:displayName="Location" ma:internalName="MediaServiceLocation" ma:readOnly="true">
      <xsd:simpleType>
        <xsd:restriction base="dms:Text"/>
      </xsd:simpleType>
    </xsd:element>
    <xsd:element name="lcf76f155ced4ddcb4097134ff3c332f" ma:index="22" nillable="true" ma:taxonomy="true" ma:internalName="lcf76f155ced4ddcb4097134ff3c332f" ma:taxonomyFieldName="MediaServiceImageTags" ma:displayName="Etiquetas de imagen" ma:readOnly="false" ma:fieldId="{5cf76f15-5ced-4ddc-b409-7134ff3c332f}" ma:taxonomyMulti="true" ma:sspId="17631b59-e624-4eb7-963c-219f14f887a3" ma:termSetId="09814cd3-568e-fe90-9814-8d621ff8fb84" ma:anchorId="fba54fb3-c3e1-fe81-a776-ca4b69148c4d" ma:open="true" ma:isKeyword="false">
      <xsd:complexType>
        <xsd:sequence>
          <xsd:element ref="pc:Terms" minOccurs="0" maxOccurs="1"/>
        </xsd:sequence>
      </xsd:complexType>
    </xsd:element>
    <xsd:element name="MediaServiceSearchProperties" ma:index="24" nillable="true" ma:displayName="MediaServiceSearchProperties" ma:hidden="true" ma:internalName="MediaServiceSearchProperties" ma:readOnly="true">
      <xsd:simpleType>
        <xsd:restriction base="dms:Note"/>
      </xsd:simpleType>
    </xsd:element>
    <xsd:element name="_Flow_SignoffStatus" ma:index="25" nillable="true" ma:displayName="Estado de aprobación" ma:internalName="Estado_x0020_de_x0020_aprobaci_x00f3_n">
      <xsd:simpleType>
        <xsd:restriction base="dms:Text"/>
      </xsd:simpleType>
    </xsd:element>
    <xsd:element name="MediaServiceObjectDetectorVersions" ma:index="26" nillable="true" ma:displayName="MediaServiceObjectDetectorVersions" ma:description="" ma:hidden="true" ma:indexed="true" ma:internalName="MediaServiceObjectDetectorVersions" ma:readOnly="true">
      <xsd:simpleType>
        <xsd:restriction base="dms:Text"/>
      </xsd:simpleType>
    </xsd:element>
    <xsd:element name="MediaServiceBillingMetadata" ma:index="27" nillable="true" ma:displayName="MediaServiceBillingMetadata" ma:hidden="true" ma:internalName="MediaServiceBillingMetadata" ma:readOnly="true">
      <xsd:simpleType>
        <xsd:restriction base="dms:Note"/>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Tipo de contenido"/>
        <xsd:element ref="dc:title" minOccurs="0" maxOccurs="1" ma:index="4" ma:displayName="Título"/>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p:properties xmlns:p="http://schemas.microsoft.com/office/2006/metadata/properties" xmlns:xsi="http://www.w3.org/2001/XMLSchema-instance" xmlns:pc="http://schemas.microsoft.com/office/infopath/2007/PartnerControls">
  <documentManagement>
    <_Flow_SignoffStatus xmlns="27c1adeb-3674-457c-b08c-8a73f31b6e23" xsi:nil="true"/>
    <lcf76f155ced4ddcb4097134ff3c332f xmlns="27c1adeb-3674-457c-b08c-8a73f31b6e23">
      <Terms xmlns="http://schemas.microsoft.com/office/infopath/2007/PartnerControls"/>
    </lcf76f155ced4ddcb4097134ff3c332f>
    <TaxCatchAll xmlns="0a70e875-3d35-4be2-921f-7117c31bab9b" xsi:nil="true"/>
  </documentManagement>
</p:properties>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56214829-4D9F-4687-8E37-8FF1875CABAF}">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0a70e875-3d35-4be2-921f-7117c31bab9b"/>
    <ds:schemaRef ds:uri="27c1adeb-3674-457c-b08c-8a73f31b6e23"/>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5CBD36D8-5209-415C-A4C4-4F318B167F44}">
  <ds:schemaRefs>
    <ds:schemaRef ds:uri="http://schemas.microsoft.com/office/2006/metadata/properties"/>
    <ds:schemaRef ds:uri="http://schemas.microsoft.com/office/infopath/2007/PartnerControls"/>
    <ds:schemaRef ds:uri="27c1adeb-3674-457c-b08c-8a73f31b6e23"/>
    <ds:schemaRef ds:uri="0a70e875-3d35-4be2-921f-7117c31bab9b"/>
  </ds:schemaRefs>
</ds:datastoreItem>
</file>

<file path=customXml/itemProps3.xml><?xml version="1.0" encoding="utf-8"?>
<ds:datastoreItem xmlns:ds="http://schemas.openxmlformats.org/officeDocument/2006/customXml" ds:itemID="{15B638B7-22B7-4D35-BE84-714C8C34C119}">
  <ds:schemaRefs>
    <ds:schemaRef ds:uri="http://schemas.microsoft.com/sharepoint/v3/contenttype/forms"/>
  </ds:schemaRefs>
</ds:datastoreItem>
</file>

<file path=docMetadata/LabelInfo.xml><?xml version="1.0" encoding="utf-8"?>
<clbl:labelList xmlns:clbl="http://schemas.microsoft.com/office/2020/mipLabelMetadata">
  <clbl:label id="{0361ecad-3f61-4749-aa5c-87fde47ef9ad}" enabled="1" method="Privileged" siteId="{22c8b4a4-d926-43b2-bcc7-87b998590b47}" removed="0"/>
</clbl:labelList>
</file>

<file path=docProps/app.xml><?xml version="1.0" encoding="utf-8"?>
<Properties xmlns="http://schemas.openxmlformats.org/officeDocument/2006/extended-properties" xmlns:vt="http://schemas.openxmlformats.org/officeDocument/2006/docPropsVTypes">
  <Template>Office Theme</Template>
  <TotalTime>138</TotalTime>
  <Words>750</Words>
  <Application>Microsoft Office PowerPoint</Application>
  <PresentationFormat>Custom</PresentationFormat>
  <Paragraphs>66</Paragraphs>
  <Slides>2</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vt:i4>
      </vt:variant>
    </vt:vector>
  </HeadingPairs>
  <TitlesOfParts>
    <vt:vector size="7" baseType="lpstr">
      <vt:lpstr>Aptos</vt:lpstr>
      <vt:lpstr>Aptos (Body)</vt:lpstr>
      <vt:lpstr>Aptos Display</vt:lpstr>
      <vt:lpstr>Arial</vt:lpstr>
      <vt:lpstr>Tema de Office</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Presentación de PowerPoint</dc:title>
  <dc:creator>Victor  de la O Pascual</dc:creator>
  <cp:lastModifiedBy>lucia martinez  garrido</cp:lastModifiedBy>
  <cp:revision>18</cp:revision>
  <dcterms:created xsi:type="dcterms:W3CDTF">2025-04-21T10:03:24Z</dcterms:created>
  <dcterms:modified xsi:type="dcterms:W3CDTF">2026-02-02T13:31:25Z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0x010100DF3D7C797EA12745A270EF30E38719B9</vt:lpwstr>
  </property>
  <property fmtid="{D5CDD505-2E9C-101B-9397-08002B2CF9AE}" pid="3" name="MediaServiceImageTags">
    <vt:lpwstr/>
  </property>
</Properties>
</file>